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rawings/drawing1.xml" ContentType="application/vnd.openxmlformats-officedocument.drawingml.chartshap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  <p:sldMasterId id="2147483657" r:id="rId2"/>
    <p:sldMasterId id="2147483653" r:id="rId3"/>
    <p:sldMasterId id="2147483655" r:id="rId4"/>
  </p:sldMasterIdLst>
  <p:notesMasterIdLst>
    <p:notesMasterId r:id="rId6"/>
  </p:notesMasterIdLst>
  <p:handoutMasterIdLst>
    <p:handoutMasterId r:id="rId7"/>
  </p:handoutMasterIdLst>
  <p:sldIdLst>
    <p:sldId id="286" r:id="rId5"/>
  </p:sldIdLst>
  <p:sldSz cx="43891200" cy="32918400"/>
  <p:notesSz cx="6858000" cy="9144000"/>
  <p:defaultTextStyle>
    <a:defPPr>
      <a:defRPr lang="en-US"/>
    </a:defPPr>
    <a:lvl1pPr marL="0" algn="l" defTabSz="438890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1pPr>
    <a:lvl2pPr marL="2194451" algn="l" defTabSz="438890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2pPr>
    <a:lvl3pPr marL="4388900" algn="l" defTabSz="438890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3pPr>
    <a:lvl4pPr marL="6583351" algn="l" defTabSz="438890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4pPr>
    <a:lvl5pPr marL="8777801" algn="l" defTabSz="438890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5pPr>
    <a:lvl6pPr marL="10972252" algn="l" defTabSz="438890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6pPr>
    <a:lvl7pPr marL="13166703" algn="l" defTabSz="438890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7pPr>
    <a:lvl8pPr marL="15361152" algn="l" defTabSz="438890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8pPr>
    <a:lvl9pPr marL="17555603" algn="l" defTabSz="438890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18">
          <p15:clr>
            <a:srgbClr val="A4A3A4"/>
          </p15:clr>
        </p15:guide>
        <p15:guide id="2" orient="horz" pos="288">
          <p15:clr>
            <a:srgbClr val="A4A3A4"/>
          </p15:clr>
        </p15:guide>
        <p15:guide id="3" orient="horz" pos="20160">
          <p15:clr>
            <a:srgbClr val="A4A3A4"/>
          </p15:clr>
        </p15:guide>
        <p15:guide id="4" orient="horz">
          <p15:clr>
            <a:srgbClr val="A4A3A4"/>
          </p15:clr>
        </p15:guide>
        <p15:guide id="5" pos="581">
          <p15:clr>
            <a:srgbClr val="A4A3A4"/>
          </p15:clr>
        </p15:guide>
        <p15:guide id="6" pos="2706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.KOTOULAS" initials="AK" lastIdx="2" clrIdx="0"/>
  <p:cmAuthor id="1" name="A.KOTOULAS" initials="HELP" lastIdx="1" clrIdx="1"/>
  <p:cmAuthor id="2" name="A.KOTOULAS" initials="HELP - " lastIdx="1" clrIdx="2"/>
  <p:cmAuthor id="3" name="PosterPresentations.com - 510.649.3001" initials="HELP - " lastIdx="1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3E9E5"/>
    <a:srgbClr val="EAEAEA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18" autoAdjust="0"/>
    <p:restoredTop sz="94698" autoAdjust="0"/>
  </p:normalViewPr>
  <p:slideViewPr>
    <p:cSldViewPr snapToGrid="0" snapToObjects="1" showGuides="1">
      <p:cViewPr>
        <p:scale>
          <a:sx n="33" d="100"/>
          <a:sy n="33" d="100"/>
        </p:scale>
        <p:origin x="680" y="464"/>
      </p:cViewPr>
      <p:guideLst>
        <p:guide orient="horz" pos="3318"/>
        <p:guide orient="horz" pos="288"/>
        <p:guide orient="horz" pos="20160"/>
        <p:guide orient="horz"/>
        <p:guide pos="581"/>
        <p:guide pos="2706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 showGuides="1">
      <p:cViewPr varScale="1">
        <p:scale>
          <a:sx n="83" d="100"/>
          <a:sy n="83" d="100"/>
        </p:scale>
        <p:origin x="-2730" y="-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3" Type="http://schemas.openxmlformats.org/officeDocument/2006/relationships/slideMaster" Target="slideMasters/slideMaster3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chartUserShapes" Target="../drawings/drawing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5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2.6902330937022791E-2"/>
          <c:y val="2.8900003258470447E-2"/>
          <c:w val="0.97003507526354704"/>
          <c:h val="0.87917777348276649"/>
        </c:manualLayout>
      </c:layout>
      <c:pie3D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>
                  <a:alpha val="90000"/>
                </a:schemeClr>
              </a:solidFill>
              <a:ln w="19050">
                <a:solidFill>
                  <a:schemeClr val="accent1">
                    <a:lumMod val="75000"/>
                  </a:schemeClr>
                </a:solidFill>
              </a:ln>
              <a:effectLst>
                <a:innerShdw blurRad="114300">
                  <a:schemeClr val="accent1">
                    <a:lumMod val="75000"/>
                  </a:schemeClr>
                </a:innerShdw>
              </a:effectLst>
              <a:scene3d>
                <a:camera prst="orthographicFront"/>
                <a:lightRig rig="threePt" dir="t"/>
              </a:scene3d>
              <a:sp3d contourW="19050" prstMaterial="flat">
                <a:contourClr>
                  <a:schemeClr val="accent1">
                    <a:lumMod val="75000"/>
                  </a:schemeClr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2-48E7-474D-8E5D-B4ACC29B654E}"/>
              </c:ext>
            </c:extLst>
          </c:dPt>
          <c:dPt>
            <c:idx val="1"/>
            <c:bubble3D val="0"/>
            <c:spPr>
              <a:solidFill>
                <a:schemeClr val="accent2">
                  <a:alpha val="90000"/>
                </a:schemeClr>
              </a:solidFill>
              <a:ln w="19050">
                <a:solidFill>
                  <a:schemeClr val="accent2">
                    <a:lumMod val="75000"/>
                  </a:schemeClr>
                </a:solidFill>
              </a:ln>
              <a:effectLst>
                <a:innerShdw blurRad="114300">
                  <a:schemeClr val="accent2">
                    <a:lumMod val="75000"/>
                  </a:schemeClr>
                </a:innerShdw>
              </a:effectLst>
              <a:scene3d>
                <a:camera prst="orthographicFront"/>
                <a:lightRig rig="threePt" dir="t"/>
              </a:scene3d>
              <a:sp3d contourW="19050" prstMaterial="flat">
                <a:contourClr>
                  <a:schemeClr val="accent2">
                    <a:lumMod val="75000"/>
                  </a:schemeClr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48E7-474D-8E5D-B4ACC29B654E}"/>
              </c:ext>
            </c:extLst>
          </c:dPt>
          <c:dPt>
            <c:idx val="2"/>
            <c:bubble3D val="0"/>
            <c:spPr>
              <a:solidFill>
                <a:schemeClr val="accent3">
                  <a:alpha val="90000"/>
                </a:schemeClr>
              </a:solidFill>
              <a:ln w="19050">
                <a:solidFill>
                  <a:schemeClr val="accent3">
                    <a:lumMod val="75000"/>
                  </a:schemeClr>
                </a:solidFill>
              </a:ln>
              <a:effectLst>
                <a:innerShdw blurRad="114300">
                  <a:schemeClr val="accent3">
                    <a:lumMod val="75000"/>
                  </a:schemeClr>
                </a:innerShdw>
              </a:effectLst>
              <a:scene3d>
                <a:camera prst="orthographicFront"/>
                <a:lightRig rig="threePt" dir="t"/>
              </a:scene3d>
              <a:sp3d contourW="19050" prstMaterial="flat">
                <a:contourClr>
                  <a:schemeClr val="accent3">
                    <a:lumMod val="75000"/>
                  </a:schemeClr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D6DA-CF48-A41E-62FA411A2233}"/>
              </c:ext>
            </c:extLst>
          </c:dPt>
          <c:dPt>
            <c:idx val="3"/>
            <c:bubble3D val="0"/>
            <c:spPr>
              <a:solidFill>
                <a:schemeClr val="accent4">
                  <a:alpha val="90000"/>
                </a:schemeClr>
              </a:solidFill>
              <a:ln w="19050">
                <a:solidFill>
                  <a:schemeClr val="accent4">
                    <a:lumMod val="75000"/>
                  </a:schemeClr>
                </a:solidFill>
              </a:ln>
              <a:effectLst>
                <a:innerShdw blurRad="114300">
                  <a:schemeClr val="accent4">
                    <a:lumMod val="75000"/>
                  </a:schemeClr>
                </a:innerShdw>
              </a:effectLst>
              <a:scene3d>
                <a:camera prst="orthographicFront"/>
                <a:lightRig rig="threePt" dir="t"/>
              </a:scene3d>
              <a:sp3d contourW="19050" prstMaterial="flat">
                <a:contourClr>
                  <a:schemeClr val="accent4">
                    <a:lumMod val="75000"/>
                  </a:schemeClr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7-D6DA-CF48-A41E-62FA411A2233}"/>
              </c:ext>
            </c:extLst>
          </c:dPt>
          <c:dPt>
            <c:idx val="4"/>
            <c:bubble3D val="0"/>
            <c:spPr>
              <a:solidFill>
                <a:schemeClr val="accent5">
                  <a:alpha val="90000"/>
                </a:schemeClr>
              </a:solidFill>
              <a:ln w="19050">
                <a:solidFill>
                  <a:schemeClr val="accent5">
                    <a:lumMod val="75000"/>
                  </a:schemeClr>
                </a:solidFill>
              </a:ln>
              <a:effectLst>
                <a:innerShdw blurRad="114300">
                  <a:schemeClr val="accent5">
                    <a:lumMod val="75000"/>
                  </a:schemeClr>
                </a:innerShdw>
              </a:effectLst>
              <a:scene3d>
                <a:camera prst="orthographicFront"/>
                <a:lightRig rig="threePt" dir="t"/>
              </a:scene3d>
              <a:sp3d contourW="19050" prstMaterial="flat">
                <a:contourClr>
                  <a:schemeClr val="accent5">
                    <a:lumMod val="75000"/>
                  </a:schemeClr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9-D6DA-CF48-A41E-62FA411A2233}"/>
              </c:ext>
            </c:extLst>
          </c:dPt>
          <c:dLbls>
            <c:delete val="1"/>
          </c:dLbls>
          <c:cat>
            <c:strRef>
              <c:f>Sheet1!$A$2:$A$6</c:f>
              <c:strCache>
                <c:ptCount val="5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  <c:pt idx="4">
                  <c:v>5th Qtr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  <c:pt idx="4">
                  <c:v>3.2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8E7-474D-8E5D-B4ACC29B654E}"/>
            </c:ext>
          </c:extLst>
        </c:ser>
        <c:dLbls>
          <c:dLblPos val="inEnd"/>
          <c:showLegendKey val="0"/>
          <c:showVal val="0"/>
          <c:showCatName val="1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63">
  <cs:axisTitle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587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>
      <cs:styleClr val="auto"/>
    </cs:lnRef>
    <cs:fillRef idx="0"/>
    <cs:effectRef idx="0">
      <cs:styleClr val="auto"/>
    </cs:effectRef>
    <cs:fontRef idx="minor">
      <cs:styleClr val="auto"/>
    </cs:fontRef>
    <cs:spPr>
      <a:solidFill>
        <a:schemeClr val="lt1">
          <a:alpha val="90000"/>
        </a:schemeClr>
      </a:solidFill>
      <a:ln w="12700" cap="flat" cmpd="sng" algn="ctr">
        <a:solidFill>
          <a:schemeClr val="phClr"/>
        </a:solidFill>
        <a:round/>
      </a:ln>
      <a:effectLst>
        <a:outerShdw blurRad="50800" dist="38100" dir="2700000" algn="tl" rotWithShape="0">
          <a:schemeClr val="phClr">
            <a:lumMod val="75000"/>
            <a:alpha val="40000"/>
          </a:schemeClr>
        </a:outerShdw>
      </a:effectLst>
    </cs:spPr>
    <cs:defRPr sz="1330" b="0" i="0" u="none" strike="noStrike" kern="1200" baseline="0">
      <a:effectLst/>
    </cs:defRPr>
    <cs:bodyPr rot="0" spcFirstLastPara="1" vertOverflow="clip" horzOverflow="clip" vert="horz" wrap="square" lIns="38100" tIns="19050" rIns="38100" bIns="19050" anchor="ctr" anchorCtr="1">
      <a:spAutoFit/>
    </cs:bodyPr>
  </cs:dataLabel>
  <cs:dataLabelCallout>
    <cs:lnRef idx="0">
      <cs:styleClr val="auto"/>
    </cs:lnRef>
    <cs:fillRef idx="0"/>
    <cs:effectRef idx="0">
      <cs:styleClr val="auto"/>
    </cs:effectRef>
    <cs:fontRef idx="minor">
      <cs:styleClr val="auto"/>
    </cs:fontRef>
    <cs:spPr>
      <a:solidFill>
        <a:schemeClr val="lt1">
          <a:alpha val="90000"/>
        </a:schemeClr>
      </a:solidFill>
      <a:ln w="12700" cap="flat" cmpd="sng" algn="ctr">
        <a:solidFill>
          <a:schemeClr val="phClr"/>
        </a:solidFill>
        <a:round/>
      </a:ln>
      <a:effectLst>
        <a:outerShdw blurRad="50800" dist="38100" dir="2700000" algn="tl" rotWithShape="0">
          <a:schemeClr val="phClr">
            <a:lumMod val="75000"/>
            <a:alpha val="40000"/>
          </a:schemeClr>
        </a:outerShdw>
      </a:effectLst>
    </cs:spPr>
    <cs:defRPr sz="1330" b="0" i="0" u="none" strike="noStrike" kern="1200" baseline="0">
      <a:effectLst/>
    </cs:defRPr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>
          <a:alpha val="70000"/>
        </a:schemeClr>
      </a:solidFill>
    </cs:spPr>
  </cs:dataPoint>
  <cs:dataPoint3D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tx1"/>
    </cs:fontRef>
    <cs:spPr>
      <a:solidFill>
        <a:schemeClr val="phClr">
          <a:alpha val="90000"/>
        </a:schemeClr>
      </a:solidFill>
      <a:ln w="19050">
        <a:solidFill>
          <a:schemeClr val="phClr">
            <a:lumMod val="75000"/>
          </a:schemeClr>
        </a:solidFill>
      </a:ln>
      <a:effectLst>
        <a:innerShdw blurRad="114300">
          <a:schemeClr val="phClr">
            <a:lumMod val="75000"/>
          </a:schemeClr>
        </a:innerShdw>
      </a:effectLst>
      <a:scene3d>
        <a:camera prst="orthographicFront"/>
        <a:lightRig rig="threePt" dir="t"/>
      </a:scene3d>
      <a:sp3d contourW="19050" prstMaterial="flat">
        <a:contourClr>
          <a:schemeClr val="accent4">
            <a:lumMod val="75000"/>
          </a:schemeClr>
        </a:contourClr>
      </a:sp3d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200" b="1" kern="1200" cap="all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587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 spc="20" baseline="0"/>
  </cs:valueAxis>
  <cs:wall>
    <cs:lnRef idx="0"/>
    <cs:fillRef idx="0"/>
    <cs:effectRef idx="0"/>
    <cs:fontRef idx="minor">
      <a:schemeClr val="dk1"/>
    </cs:fontRef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4B0819F-26F2-BA48-903C-71C86AB4D155}" type="doc">
      <dgm:prSet loTypeId="urn:microsoft.com/office/officeart/2005/8/layout/radial3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DF56F34-9D8A-5243-B8E7-FF4140327538}">
      <dgm:prSet phldrT="[Text]"/>
      <dgm:spPr/>
      <dgm:t>
        <a:bodyPr/>
        <a:lstStyle/>
        <a:p>
          <a:r>
            <a:rPr lang="en-US" dirty="0"/>
            <a:t>Nurse-Led Care Model </a:t>
          </a:r>
        </a:p>
      </dgm:t>
    </dgm:pt>
    <dgm:pt modelId="{3D7D8EF0-46BD-3D49-BED5-AFE8F9BCC357}" type="parTrans" cxnId="{9FABBAA6-8556-1A46-A66E-A68E081DA43E}">
      <dgm:prSet/>
      <dgm:spPr/>
      <dgm:t>
        <a:bodyPr/>
        <a:lstStyle/>
        <a:p>
          <a:endParaRPr lang="en-US"/>
        </a:p>
      </dgm:t>
    </dgm:pt>
    <dgm:pt modelId="{0E627B70-0EDB-864A-BEDB-F4D53279A282}" type="sibTrans" cxnId="{9FABBAA6-8556-1A46-A66E-A68E081DA43E}">
      <dgm:prSet/>
      <dgm:spPr/>
      <dgm:t>
        <a:bodyPr/>
        <a:lstStyle/>
        <a:p>
          <a:endParaRPr lang="en-US"/>
        </a:p>
      </dgm:t>
    </dgm:pt>
    <dgm:pt modelId="{29F11BF1-A243-844D-8020-EF59A587FC25}">
      <dgm:prSet phldrT="[Text]"/>
      <dgm:spPr/>
      <dgm:t>
        <a:bodyPr/>
        <a:lstStyle/>
        <a:p>
          <a:r>
            <a:rPr lang="en-US" dirty="0"/>
            <a:t>Emotional Support</a:t>
          </a:r>
        </a:p>
      </dgm:t>
    </dgm:pt>
    <dgm:pt modelId="{B51717C8-6060-DB47-85E0-CACF1A6BA6F5}" type="parTrans" cxnId="{C8D4975E-DE40-914A-A12B-320375B7672B}">
      <dgm:prSet/>
      <dgm:spPr/>
      <dgm:t>
        <a:bodyPr/>
        <a:lstStyle/>
        <a:p>
          <a:endParaRPr lang="en-US"/>
        </a:p>
      </dgm:t>
    </dgm:pt>
    <dgm:pt modelId="{8F59AFEC-D81C-904D-A236-0DF8A1393A2E}" type="sibTrans" cxnId="{C8D4975E-DE40-914A-A12B-320375B7672B}">
      <dgm:prSet/>
      <dgm:spPr/>
      <dgm:t>
        <a:bodyPr/>
        <a:lstStyle/>
        <a:p>
          <a:endParaRPr lang="en-US"/>
        </a:p>
      </dgm:t>
    </dgm:pt>
    <dgm:pt modelId="{BAA47472-3FEB-7A49-BDD6-6BF80B73599C}">
      <dgm:prSet phldrT="[Text]"/>
      <dgm:spPr/>
      <dgm:t>
        <a:bodyPr/>
        <a:lstStyle/>
        <a:p>
          <a:r>
            <a:rPr lang="en-US" dirty="0"/>
            <a:t>Screening</a:t>
          </a:r>
        </a:p>
      </dgm:t>
    </dgm:pt>
    <dgm:pt modelId="{B9339A56-9ADE-B242-8F03-CACF411A21DD}" type="parTrans" cxnId="{A89F83F1-6912-5145-9AB5-26C6AE0B87F7}">
      <dgm:prSet/>
      <dgm:spPr/>
      <dgm:t>
        <a:bodyPr/>
        <a:lstStyle/>
        <a:p>
          <a:endParaRPr lang="en-US"/>
        </a:p>
      </dgm:t>
    </dgm:pt>
    <dgm:pt modelId="{8FEB3825-7B79-1545-BD2F-651C33BD6CDC}" type="sibTrans" cxnId="{A89F83F1-6912-5145-9AB5-26C6AE0B87F7}">
      <dgm:prSet/>
      <dgm:spPr/>
      <dgm:t>
        <a:bodyPr/>
        <a:lstStyle/>
        <a:p>
          <a:endParaRPr lang="en-US"/>
        </a:p>
      </dgm:t>
    </dgm:pt>
    <dgm:pt modelId="{97EAA9F7-77A6-A740-BD19-CB7724F96860}">
      <dgm:prSet phldrT="[Text]"/>
      <dgm:spPr/>
      <dgm:t>
        <a:bodyPr/>
        <a:lstStyle/>
        <a:p>
          <a:r>
            <a:rPr lang="en-US" dirty="0"/>
            <a:t>Continuity of Care</a:t>
          </a:r>
        </a:p>
      </dgm:t>
    </dgm:pt>
    <dgm:pt modelId="{B5B412DA-FEAC-9E49-95D5-8CC7A2178D3E}" type="parTrans" cxnId="{7DD670A4-FE0F-844F-9DAA-DE826C907B13}">
      <dgm:prSet/>
      <dgm:spPr/>
      <dgm:t>
        <a:bodyPr/>
        <a:lstStyle/>
        <a:p>
          <a:endParaRPr lang="en-US"/>
        </a:p>
      </dgm:t>
    </dgm:pt>
    <dgm:pt modelId="{8F1ED223-1B21-4F47-9719-B76DBE0AE6A5}" type="sibTrans" cxnId="{7DD670A4-FE0F-844F-9DAA-DE826C907B13}">
      <dgm:prSet/>
      <dgm:spPr/>
      <dgm:t>
        <a:bodyPr/>
        <a:lstStyle/>
        <a:p>
          <a:endParaRPr lang="en-US"/>
        </a:p>
      </dgm:t>
    </dgm:pt>
    <dgm:pt modelId="{CB1B7714-5431-D346-85B6-CFC1A8DF2FCD}">
      <dgm:prSet phldrT="[Text]"/>
      <dgm:spPr/>
      <dgm:t>
        <a:bodyPr/>
        <a:lstStyle/>
        <a:p>
          <a:r>
            <a:rPr lang="en-US" dirty="0"/>
            <a:t>Home Care</a:t>
          </a:r>
        </a:p>
      </dgm:t>
    </dgm:pt>
    <dgm:pt modelId="{AFA14651-3915-EB4D-9EBA-EA696624AABD}" type="parTrans" cxnId="{0042EFCE-132A-534F-8A60-3A909A2E0B08}">
      <dgm:prSet/>
      <dgm:spPr/>
      <dgm:t>
        <a:bodyPr/>
        <a:lstStyle/>
        <a:p>
          <a:endParaRPr lang="en-US"/>
        </a:p>
      </dgm:t>
    </dgm:pt>
    <dgm:pt modelId="{360A8EF7-0D4D-854F-86A7-A8F3F1DFCDE1}" type="sibTrans" cxnId="{0042EFCE-132A-534F-8A60-3A909A2E0B08}">
      <dgm:prSet/>
      <dgm:spPr/>
      <dgm:t>
        <a:bodyPr/>
        <a:lstStyle/>
        <a:p>
          <a:endParaRPr lang="en-US"/>
        </a:p>
      </dgm:t>
    </dgm:pt>
    <dgm:pt modelId="{C3280EBF-EC52-BF41-9C37-34E1793AEB1A}" type="pres">
      <dgm:prSet presAssocID="{34B0819F-26F2-BA48-903C-71C86AB4D155}" presName="composite" presStyleCnt="0">
        <dgm:presLayoutVars>
          <dgm:chMax val="1"/>
          <dgm:dir/>
          <dgm:resizeHandles val="exact"/>
        </dgm:presLayoutVars>
      </dgm:prSet>
      <dgm:spPr/>
    </dgm:pt>
    <dgm:pt modelId="{554DDC56-F975-0C4D-9224-922EEB822D89}" type="pres">
      <dgm:prSet presAssocID="{34B0819F-26F2-BA48-903C-71C86AB4D155}" presName="radial" presStyleCnt="0">
        <dgm:presLayoutVars>
          <dgm:animLvl val="ctr"/>
        </dgm:presLayoutVars>
      </dgm:prSet>
      <dgm:spPr/>
    </dgm:pt>
    <dgm:pt modelId="{EC10DA1E-77F7-EA44-9A24-041A2B58306C}" type="pres">
      <dgm:prSet presAssocID="{7DF56F34-9D8A-5243-B8E7-FF4140327538}" presName="centerShape" presStyleLbl="vennNode1" presStyleIdx="0" presStyleCnt="5"/>
      <dgm:spPr/>
    </dgm:pt>
    <dgm:pt modelId="{A4F548D3-E6BA-714C-B586-5D494428C4A3}" type="pres">
      <dgm:prSet presAssocID="{29F11BF1-A243-844D-8020-EF59A587FC25}" presName="node" presStyleLbl="vennNode1" presStyleIdx="1" presStyleCnt="5">
        <dgm:presLayoutVars>
          <dgm:bulletEnabled val="1"/>
        </dgm:presLayoutVars>
      </dgm:prSet>
      <dgm:spPr/>
    </dgm:pt>
    <dgm:pt modelId="{71F8E07A-4793-134F-A1A1-720223221173}" type="pres">
      <dgm:prSet presAssocID="{BAA47472-3FEB-7A49-BDD6-6BF80B73599C}" presName="node" presStyleLbl="vennNode1" presStyleIdx="2" presStyleCnt="5">
        <dgm:presLayoutVars>
          <dgm:bulletEnabled val="1"/>
        </dgm:presLayoutVars>
      </dgm:prSet>
      <dgm:spPr/>
    </dgm:pt>
    <dgm:pt modelId="{8233D603-0B5B-0544-933F-78831F2827AD}" type="pres">
      <dgm:prSet presAssocID="{97EAA9F7-77A6-A740-BD19-CB7724F96860}" presName="node" presStyleLbl="vennNode1" presStyleIdx="3" presStyleCnt="5">
        <dgm:presLayoutVars>
          <dgm:bulletEnabled val="1"/>
        </dgm:presLayoutVars>
      </dgm:prSet>
      <dgm:spPr/>
    </dgm:pt>
    <dgm:pt modelId="{8D9772E0-A05E-994C-BE67-5FE74834BF13}" type="pres">
      <dgm:prSet presAssocID="{CB1B7714-5431-D346-85B6-CFC1A8DF2FCD}" presName="node" presStyleLbl="vennNode1" presStyleIdx="4" presStyleCnt="5">
        <dgm:presLayoutVars>
          <dgm:bulletEnabled val="1"/>
        </dgm:presLayoutVars>
      </dgm:prSet>
      <dgm:spPr/>
    </dgm:pt>
  </dgm:ptLst>
  <dgm:cxnLst>
    <dgm:cxn modelId="{C63A9518-042A-864B-9F2B-77B73FC46A72}" type="presOf" srcId="{29F11BF1-A243-844D-8020-EF59A587FC25}" destId="{A4F548D3-E6BA-714C-B586-5D494428C4A3}" srcOrd="0" destOrd="0" presId="urn:microsoft.com/office/officeart/2005/8/layout/radial3"/>
    <dgm:cxn modelId="{C8D4975E-DE40-914A-A12B-320375B7672B}" srcId="{7DF56F34-9D8A-5243-B8E7-FF4140327538}" destId="{29F11BF1-A243-844D-8020-EF59A587FC25}" srcOrd="0" destOrd="0" parTransId="{B51717C8-6060-DB47-85E0-CACF1A6BA6F5}" sibTransId="{8F59AFEC-D81C-904D-A236-0DF8A1393A2E}"/>
    <dgm:cxn modelId="{86B37067-0456-684E-B4AC-480EE9336CF4}" type="presOf" srcId="{CB1B7714-5431-D346-85B6-CFC1A8DF2FCD}" destId="{8D9772E0-A05E-994C-BE67-5FE74834BF13}" srcOrd="0" destOrd="0" presId="urn:microsoft.com/office/officeart/2005/8/layout/radial3"/>
    <dgm:cxn modelId="{24FDB38C-6074-2841-A814-6F69A92CD5C5}" type="presOf" srcId="{7DF56F34-9D8A-5243-B8E7-FF4140327538}" destId="{EC10DA1E-77F7-EA44-9A24-041A2B58306C}" srcOrd="0" destOrd="0" presId="urn:microsoft.com/office/officeart/2005/8/layout/radial3"/>
    <dgm:cxn modelId="{A8AE12A0-61AC-B248-A465-2AFDB2BD7CE8}" type="presOf" srcId="{BAA47472-3FEB-7A49-BDD6-6BF80B73599C}" destId="{71F8E07A-4793-134F-A1A1-720223221173}" srcOrd="0" destOrd="0" presId="urn:microsoft.com/office/officeart/2005/8/layout/radial3"/>
    <dgm:cxn modelId="{7DD670A4-FE0F-844F-9DAA-DE826C907B13}" srcId="{7DF56F34-9D8A-5243-B8E7-FF4140327538}" destId="{97EAA9F7-77A6-A740-BD19-CB7724F96860}" srcOrd="2" destOrd="0" parTransId="{B5B412DA-FEAC-9E49-95D5-8CC7A2178D3E}" sibTransId="{8F1ED223-1B21-4F47-9719-B76DBE0AE6A5}"/>
    <dgm:cxn modelId="{9FABBAA6-8556-1A46-A66E-A68E081DA43E}" srcId="{34B0819F-26F2-BA48-903C-71C86AB4D155}" destId="{7DF56F34-9D8A-5243-B8E7-FF4140327538}" srcOrd="0" destOrd="0" parTransId="{3D7D8EF0-46BD-3D49-BED5-AFE8F9BCC357}" sibTransId="{0E627B70-0EDB-864A-BEDB-F4D53279A282}"/>
    <dgm:cxn modelId="{0042EFCE-132A-534F-8A60-3A909A2E0B08}" srcId="{7DF56F34-9D8A-5243-B8E7-FF4140327538}" destId="{CB1B7714-5431-D346-85B6-CFC1A8DF2FCD}" srcOrd="3" destOrd="0" parTransId="{AFA14651-3915-EB4D-9EBA-EA696624AABD}" sibTransId="{360A8EF7-0D4D-854F-86A7-A8F3F1DFCDE1}"/>
    <dgm:cxn modelId="{114E9AE5-B9FE-1F48-892D-D475FBC76E88}" type="presOf" srcId="{97EAA9F7-77A6-A740-BD19-CB7724F96860}" destId="{8233D603-0B5B-0544-933F-78831F2827AD}" srcOrd="0" destOrd="0" presId="urn:microsoft.com/office/officeart/2005/8/layout/radial3"/>
    <dgm:cxn modelId="{93EDF0EE-EC4B-744C-B619-E1920EEF79A8}" type="presOf" srcId="{34B0819F-26F2-BA48-903C-71C86AB4D155}" destId="{C3280EBF-EC52-BF41-9C37-34E1793AEB1A}" srcOrd="0" destOrd="0" presId="urn:microsoft.com/office/officeart/2005/8/layout/radial3"/>
    <dgm:cxn modelId="{A89F83F1-6912-5145-9AB5-26C6AE0B87F7}" srcId="{7DF56F34-9D8A-5243-B8E7-FF4140327538}" destId="{BAA47472-3FEB-7A49-BDD6-6BF80B73599C}" srcOrd="1" destOrd="0" parTransId="{B9339A56-9ADE-B242-8F03-CACF411A21DD}" sibTransId="{8FEB3825-7B79-1545-BD2F-651C33BD6CDC}"/>
    <dgm:cxn modelId="{CEEB128A-20DE-3841-AB30-363A0B2367A1}" type="presParOf" srcId="{C3280EBF-EC52-BF41-9C37-34E1793AEB1A}" destId="{554DDC56-F975-0C4D-9224-922EEB822D89}" srcOrd="0" destOrd="0" presId="urn:microsoft.com/office/officeart/2005/8/layout/radial3"/>
    <dgm:cxn modelId="{AFF9B5D0-0E1E-284D-90F5-CCFC9414847E}" type="presParOf" srcId="{554DDC56-F975-0C4D-9224-922EEB822D89}" destId="{EC10DA1E-77F7-EA44-9A24-041A2B58306C}" srcOrd="0" destOrd="0" presId="urn:microsoft.com/office/officeart/2005/8/layout/radial3"/>
    <dgm:cxn modelId="{C58A9AD8-89EC-A947-8302-D1C54B806256}" type="presParOf" srcId="{554DDC56-F975-0C4D-9224-922EEB822D89}" destId="{A4F548D3-E6BA-714C-B586-5D494428C4A3}" srcOrd="1" destOrd="0" presId="urn:microsoft.com/office/officeart/2005/8/layout/radial3"/>
    <dgm:cxn modelId="{1C5BAB97-4F93-B249-83CD-9CFC41B3320E}" type="presParOf" srcId="{554DDC56-F975-0C4D-9224-922EEB822D89}" destId="{71F8E07A-4793-134F-A1A1-720223221173}" srcOrd="2" destOrd="0" presId="urn:microsoft.com/office/officeart/2005/8/layout/radial3"/>
    <dgm:cxn modelId="{FE5E0650-92E0-E447-962D-8C7132A169F0}" type="presParOf" srcId="{554DDC56-F975-0C4D-9224-922EEB822D89}" destId="{8233D603-0B5B-0544-933F-78831F2827AD}" srcOrd="3" destOrd="0" presId="urn:microsoft.com/office/officeart/2005/8/layout/radial3"/>
    <dgm:cxn modelId="{C3F2100E-91C0-B243-B6E7-23CC94734620}" type="presParOf" srcId="{554DDC56-F975-0C4D-9224-922EEB822D89}" destId="{8D9772E0-A05E-994C-BE67-5FE74834BF13}" srcOrd="4" destOrd="0" presId="urn:microsoft.com/office/officeart/2005/8/layout/radial3"/>
  </dgm:cxnLst>
  <dgm:bg/>
  <dgm:whole/>
  <dgm:extLst>
    <a:ext uri="http://schemas.microsoft.com/office/drawing/2008/diagram">
      <dsp:dataModelExt xmlns:dsp="http://schemas.microsoft.com/office/drawing/2008/diagram" relId="rId1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10DA1E-77F7-EA44-9A24-041A2B58306C}">
      <dsp:nvSpPr>
        <dsp:cNvPr id="0" name=""/>
        <dsp:cNvSpPr/>
      </dsp:nvSpPr>
      <dsp:spPr>
        <a:xfrm>
          <a:off x="2708122" y="1487388"/>
          <a:ext cx="3705423" cy="3705423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69850" tIns="69850" rIns="69850" bIns="69850" numCol="1" spcCol="1270" anchor="ctr" anchorCtr="0">
          <a:noAutofit/>
        </a:bodyPr>
        <a:lstStyle/>
        <a:p>
          <a:pPr marL="0" lvl="0" indent="0" algn="ctr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500" kern="1200" dirty="0"/>
            <a:t>Nurse-Led Care Model </a:t>
          </a:r>
        </a:p>
      </dsp:txBody>
      <dsp:txXfrm>
        <a:off x="3250769" y="2030035"/>
        <a:ext cx="2620129" cy="2620129"/>
      </dsp:txXfrm>
    </dsp:sp>
    <dsp:sp modelId="{A4F548D3-E6BA-714C-B586-5D494428C4A3}">
      <dsp:nvSpPr>
        <dsp:cNvPr id="0" name=""/>
        <dsp:cNvSpPr/>
      </dsp:nvSpPr>
      <dsp:spPr>
        <a:xfrm>
          <a:off x="3634478" y="661"/>
          <a:ext cx="1852711" cy="1852711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Emotional Support</a:t>
          </a:r>
        </a:p>
      </dsp:txBody>
      <dsp:txXfrm>
        <a:off x="3905801" y="271984"/>
        <a:ext cx="1310065" cy="1310065"/>
      </dsp:txXfrm>
    </dsp:sp>
    <dsp:sp modelId="{71F8E07A-4793-134F-A1A1-720223221173}">
      <dsp:nvSpPr>
        <dsp:cNvPr id="0" name=""/>
        <dsp:cNvSpPr/>
      </dsp:nvSpPr>
      <dsp:spPr>
        <a:xfrm>
          <a:off x="6047561" y="2413744"/>
          <a:ext cx="1852711" cy="1852711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Screening</a:t>
          </a:r>
        </a:p>
      </dsp:txBody>
      <dsp:txXfrm>
        <a:off x="6318884" y="2685067"/>
        <a:ext cx="1310065" cy="1310065"/>
      </dsp:txXfrm>
    </dsp:sp>
    <dsp:sp modelId="{8233D603-0B5B-0544-933F-78831F2827AD}">
      <dsp:nvSpPr>
        <dsp:cNvPr id="0" name=""/>
        <dsp:cNvSpPr/>
      </dsp:nvSpPr>
      <dsp:spPr>
        <a:xfrm>
          <a:off x="3634478" y="4826826"/>
          <a:ext cx="1852711" cy="1852711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Continuity of Care</a:t>
          </a:r>
        </a:p>
      </dsp:txBody>
      <dsp:txXfrm>
        <a:off x="3905801" y="5098149"/>
        <a:ext cx="1310065" cy="1310065"/>
      </dsp:txXfrm>
    </dsp:sp>
    <dsp:sp modelId="{8D9772E0-A05E-994C-BE67-5FE74834BF13}">
      <dsp:nvSpPr>
        <dsp:cNvPr id="0" name=""/>
        <dsp:cNvSpPr/>
      </dsp:nvSpPr>
      <dsp:spPr>
        <a:xfrm>
          <a:off x="1221395" y="2413744"/>
          <a:ext cx="1852711" cy="1852711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Home Care</a:t>
          </a:r>
        </a:p>
      </dsp:txBody>
      <dsp:txXfrm>
        <a:off x="1492718" y="2685067"/>
        <a:ext cx="1310065" cy="131006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3">
  <dgm:title val=""/>
  <dgm:desc val=""/>
  <dgm:catLst>
    <dgm:cat type="relationship" pri="31000"/>
    <dgm:cat type="cycle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omposite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onstrLst/>
    <dgm:ruleLst/>
    <dgm:layoutNode name="radial">
      <dgm:varLst>
        <dgm:animLvl val="ctr"/>
      </dgm:varLst>
      <dgm:choose name="Name0">
        <dgm:if name="Name1" func="var" arg="dir" op="equ" val="norm">
          <dgm:choose name="Name2">
            <dgm:if name="Name3" axis="ch ch" ptType="node node" st="1 1" cnt="1 0" func="cnt" op="lte" val="1">
              <dgm:alg type="cycle">
                <dgm:param type="stAng" val="90"/>
                <dgm:param type="spanAng" val="360"/>
                <dgm:param type="ctrShpMap" val="fNode"/>
              </dgm:alg>
            </dgm:if>
            <dgm:else name="Name4">
              <dgm:alg type="cycle">
                <dgm:param type="stAng" val="0"/>
                <dgm:param type="spanAng" val="360"/>
                <dgm:param type="ctrShpMap" val="fNode"/>
              </dgm:alg>
            </dgm:else>
          </dgm:choose>
        </dgm:if>
        <dgm:else name="Name5">
          <dgm:alg type="cycle">
            <dgm:param type="stAng" val="0"/>
            <dgm:param type="spanAng" val="-360"/>
            <dgm:param type="ctrShpMap" val="fNode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enterShape" refType="w"/>
        <dgm:constr type="h" for="ch" forName="centerShape" refType="h"/>
        <dgm:constr type="w" for="ch" forName="node" refType="w" fact="0.5"/>
        <dgm:constr type="h" for="ch" forName="node" refType="h" fact="0.5"/>
        <dgm:constr type="sp" refType="w" refFor="ch" refForName="node" fact="-0.2"/>
        <dgm:constr type="sibSp" refType="w" refFor="ch" refForName="node" fact="-0.2"/>
        <dgm:constr type="primFontSz" for="ch" forName="centerShape" val="65"/>
        <dgm:constr type="primFontSz" for="des" forName="node" val="65"/>
        <dgm:constr type="primFontSz" for="ch" forName="node" refType="primFontSz" refFor="ch" refForName="centerShape" op="lte"/>
      </dgm:constrLst>
      <dgm:ruleLst/>
      <dgm:forEach name="Name6" axis="ch" ptType="node" cnt="1">
        <dgm:layoutNode name="centerShape" styleLbl="vennNode1">
          <dgm:alg type="tx"/>
          <dgm:shape xmlns:r="http://schemas.openxmlformats.org/officeDocument/2006/relationships" type="ellipse" r:blip="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forEach name="Name7" axis="ch" ptType="node">
          <dgm:layoutNode name="node" styleLbl="venn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0.58115</cdr:x>
      <cdr:y>0.38182</cdr:y>
    </cdr:from>
    <cdr:to>
      <cdr:x>0.6831</cdr:x>
      <cdr:y>0.48636</cdr:y>
    </cdr:to>
    <cdr:sp macro="" textlink="">
      <cdr:nvSpPr>
        <cdr:cNvPr id="2" name="TextBox 1">
          <a:extLst xmlns:a="http://schemas.openxmlformats.org/drawingml/2006/main">
            <a:ext uri="{FF2B5EF4-FFF2-40B4-BE49-F238E27FC236}">
              <a16:creationId xmlns:a16="http://schemas.microsoft.com/office/drawing/2014/main" id="{B71FA96F-513B-D20B-011C-FDF4796BF3A8}"/>
            </a:ext>
          </a:extLst>
        </cdr:cNvPr>
        <cdr:cNvSpPr txBox="1"/>
      </cdr:nvSpPr>
      <cdr:spPr>
        <a:xfrm xmlns:a="http://schemas.openxmlformats.org/drawingml/2006/main">
          <a:off x="5212656" y="3339549"/>
          <a:ext cx="914400" cy="91440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endParaRPr lang="en-US" sz="2400" kern="1200" dirty="0">
            <a:latin typeface="Trebuchet MS" panose="020B0703020202090204" pitchFamily="34" charset="0"/>
          </a:endParaRPr>
        </a:p>
      </cdr:txBody>
    </cdr:sp>
  </cdr:relSizeAnchor>
  <cdr:relSizeAnchor xmlns:cdr="http://schemas.openxmlformats.org/drawingml/2006/chartDrawing">
    <cdr:from>
      <cdr:x>0.57229</cdr:x>
      <cdr:y>0.32727</cdr:y>
    </cdr:from>
    <cdr:to>
      <cdr:x>0.89142</cdr:x>
      <cdr:y>0.52273</cdr:y>
    </cdr:to>
    <cdr:sp macro="" textlink="">
      <cdr:nvSpPr>
        <cdr:cNvPr id="3" name="TextBox 2">
          <a:extLst xmlns:a="http://schemas.openxmlformats.org/drawingml/2006/main">
            <a:ext uri="{FF2B5EF4-FFF2-40B4-BE49-F238E27FC236}">
              <a16:creationId xmlns:a16="http://schemas.microsoft.com/office/drawing/2014/main" id="{D015B3F9-C668-2AAA-02F7-69B672124406}"/>
            </a:ext>
          </a:extLst>
        </cdr:cNvPr>
        <cdr:cNvSpPr txBox="1"/>
      </cdr:nvSpPr>
      <cdr:spPr>
        <a:xfrm xmlns:a="http://schemas.openxmlformats.org/drawingml/2006/main">
          <a:off x="5133142" y="2862470"/>
          <a:ext cx="2862469" cy="170953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pPr algn="ctr"/>
          <a:r>
            <a:rPr lang="en-US" sz="3200" kern="1200" dirty="0">
              <a:latin typeface="Trebuchet MS" panose="020B0703020202090204" pitchFamily="34" charset="0"/>
            </a:rPr>
            <a:t>Psychoeducation</a:t>
          </a:r>
        </a:p>
        <a:p xmlns:a="http://schemas.openxmlformats.org/drawingml/2006/main">
          <a:pPr algn="ctr"/>
          <a:r>
            <a:rPr lang="en-US" sz="3200" kern="1200" dirty="0">
              <a:latin typeface="Trebuchet MS" panose="020B0703020202090204" pitchFamily="34" charset="0"/>
            </a:rPr>
            <a:t>37%</a:t>
          </a:r>
        </a:p>
      </cdr:txBody>
    </cdr:sp>
  </cdr:relSizeAnchor>
  <cdr:relSizeAnchor xmlns:cdr="http://schemas.openxmlformats.org/drawingml/2006/chartDrawing">
    <cdr:from>
      <cdr:x>0.10001</cdr:x>
      <cdr:y>0.33333</cdr:y>
    </cdr:from>
    <cdr:to>
      <cdr:x>0.34232</cdr:x>
      <cdr:y>0.40789</cdr:y>
    </cdr:to>
    <cdr:sp macro="" textlink="">
      <cdr:nvSpPr>
        <cdr:cNvPr id="4" name="TextBox 3">
          <a:extLst xmlns:a="http://schemas.openxmlformats.org/drawingml/2006/main">
            <a:ext uri="{FF2B5EF4-FFF2-40B4-BE49-F238E27FC236}">
              <a16:creationId xmlns:a16="http://schemas.microsoft.com/office/drawing/2014/main" id="{C8EE1370-D720-2AF8-3342-9D3C2402C031}"/>
            </a:ext>
          </a:extLst>
        </cdr:cNvPr>
        <cdr:cNvSpPr txBox="1"/>
      </cdr:nvSpPr>
      <cdr:spPr>
        <a:xfrm xmlns:a="http://schemas.openxmlformats.org/drawingml/2006/main">
          <a:off x="918951" y="3021496"/>
          <a:ext cx="2226366" cy="675861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endParaRPr lang="en-US" sz="1100" kern="1200" dirty="0"/>
        </a:p>
      </cdr:txBody>
    </cdr:sp>
  </cdr:relSizeAnchor>
  <cdr:relSizeAnchor xmlns:cdr="http://schemas.openxmlformats.org/drawingml/2006/chartDrawing">
    <cdr:from>
      <cdr:x>0</cdr:x>
      <cdr:y>0.29825</cdr:y>
    </cdr:from>
    <cdr:to>
      <cdr:x>0.35962</cdr:x>
      <cdr:y>0.42309</cdr:y>
    </cdr:to>
    <cdr:sp macro="" textlink="">
      <cdr:nvSpPr>
        <cdr:cNvPr id="5" name="TextBox 4">
          <a:extLst xmlns:a="http://schemas.openxmlformats.org/drawingml/2006/main">
            <a:ext uri="{FF2B5EF4-FFF2-40B4-BE49-F238E27FC236}">
              <a16:creationId xmlns:a16="http://schemas.microsoft.com/office/drawing/2014/main" id="{1FDB46E0-9F0D-5D25-069E-96ED8BCD6D7D}"/>
            </a:ext>
          </a:extLst>
        </cdr:cNvPr>
        <cdr:cNvSpPr txBox="1"/>
      </cdr:nvSpPr>
      <cdr:spPr>
        <a:xfrm xmlns:a="http://schemas.openxmlformats.org/drawingml/2006/main">
          <a:off x="0" y="2703444"/>
          <a:ext cx="3304342" cy="1131684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pPr algn="ctr"/>
          <a:r>
            <a:rPr lang="en-US" sz="3200" kern="1200" dirty="0">
              <a:latin typeface="Trebuchet MS" panose="020B0703020202090204" pitchFamily="34" charset="0"/>
            </a:rPr>
            <a:t>Home Visits</a:t>
          </a:r>
        </a:p>
        <a:p xmlns:a="http://schemas.openxmlformats.org/drawingml/2006/main">
          <a:pPr algn="ctr"/>
          <a:r>
            <a:rPr lang="en-US" sz="3200" kern="1200" dirty="0">
              <a:latin typeface="Trebuchet MS" panose="020B0703020202090204" pitchFamily="34" charset="0"/>
            </a:rPr>
            <a:t>12%</a:t>
          </a:r>
        </a:p>
      </cdr:txBody>
    </cdr:sp>
  </cdr:relSizeAnchor>
  <cdr:relSizeAnchor xmlns:cdr="http://schemas.openxmlformats.org/drawingml/2006/chartDrawing">
    <cdr:from>
      <cdr:x>0.11299</cdr:x>
      <cdr:y>0.45161</cdr:y>
    </cdr:from>
    <cdr:to>
      <cdr:x>0.21251</cdr:x>
      <cdr:y>0.55249</cdr:y>
    </cdr:to>
    <cdr:sp macro="" textlink="">
      <cdr:nvSpPr>
        <cdr:cNvPr id="6" name="TextBox 5">
          <a:extLst xmlns:a="http://schemas.openxmlformats.org/drawingml/2006/main">
            <a:ext uri="{FF2B5EF4-FFF2-40B4-BE49-F238E27FC236}">
              <a16:creationId xmlns:a16="http://schemas.microsoft.com/office/drawing/2014/main" id="{CC1CC30A-8DB0-3F0B-3EEB-EFF20EE9AABE}"/>
            </a:ext>
          </a:extLst>
        </cdr:cNvPr>
        <cdr:cNvSpPr txBox="1"/>
      </cdr:nvSpPr>
      <cdr:spPr>
        <a:xfrm xmlns:a="http://schemas.openxmlformats.org/drawingml/2006/main">
          <a:off x="1038221" y="4093594"/>
          <a:ext cx="914400" cy="91440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r>
            <a:rPr lang="en-US" sz="3200" kern="1200" dirty="0">
              <a:latin typeface="Trebuchet MS" panose="020B0703020202090204" pitchFamily="34" charset="0"/>
            </a:rPr>
            <a:t>CBT 12%</a:t>
          </a:r>
        </a:p>
        <a:p xmlns:a="http://schemas.openxmlformats.org/drawingml/2006/main">
          <a:endParaRPr lang="en-US" sz="3200" kern="1200" dirty="0">
            <a:latin typeface="Trebuchet MS" panose="020B0703020202090204" pitchFamily="34" charset="0"/>
          </a:endParaRPr>
        </a:p>
      </cdr:txBody>
    </cdr:sp>
  </cdr:relSizeAnchor>
  <cdr:relSizeAnchor xmlns:cdr="http://schemas.openxmlformats.org/drawingml/2006/chartDrawing">
    <cdr:from>
      <cdr:x>0.25578</cdr:x>
      <cdr:y>0.59539</cdr:y>
    </cdr:from>
    <cdr:to>
      <cdr:x>0.3553</cdr:x>
      <cdr:y>0.69627</cdr:y>
    </cdr:to>
    <cdr:sp macro="" textlink="">
      <cdr:nvSpPr>
        <cdr:cNvPr id="7" name="TextBox 6">
          <a:extLst xmlns:a="http://schemas.openxmlformats.org/drawingml/2006/main">
            <a:ext uri="{FF2B5EF4-FFF2-40B4-BE49-F238E27FC236}">
              <a16:creationId xmlns:a16="http://schemas.microsoft.com/office/drawing/2014/main" id="{D7E5A2D0-718B-41FA-C3DD-1E19896D87E0}"/>
            </a:ext>
          </a:extLst>
        </cdr:cNvPr>
        <cdr:cNvSpPr txBox="1"/>
      </cdr:nvSpPr>
      <cdr:spPr>
        <a:xfrm xmlns:a="http://schemas.openxmlformats.org/drawingml/2006/main">
          <a:off x="2350186" y="5396949"/>
          <a:ext cx="914400" cy="91440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r>
            <a:rPr lang="en-US" sz="3200" kern="1200" dirty="0">
              <a:latin typeface="Trebuchet MS" panose="020B0703020202090204" pitchFamily="34" charset="0"/>
            </a:rPr>
            <a:t>Other 27%</a:t>
          </a:r>
        </a:p>
      </cdr:txBody>
    </cdr:sp>
  </cdr:relSizeAnchor>
  <cdr:relSizeAnchor xmlns:cdr="http://schemas.openxmlformats.org/drawingml/2006/chartDrawing">
    <cdr:from>
      <cdr:x>0.23415</cdr:x>
      <cdr:y>0.16667</cdr:y>
    </cdr:from>
    <cdr:to>
      <cdr:x>0.50674</cdr:x>
      <cdr:y>0.30263</cdr:y>
    </cdr:to>
    <cdr:sp macro="" textlink="">
      <cdr:nvSpPr>
        <cdr:cNvPr id="8" name="TextBox 7">
          <a:extLst xmlns:a="http://schemas.openxmlformats.org/drawingml/2006/main">
            <a:ext uri="{FF2B5EF4-FFF2-40B4-BE49-F238E27FC236}">
              <a16:creationId xmlns:a16="http://schemas.microsoft.com/office/drawing/2014/main" id="{4D04F6F4-8D35-DE6E-AC2E-05B6A26FB7D2}"/>
            </a:ext>
          </a:extLst>
        </cdr:cNvPr>
        <cdr:cNvSpPr txBox="1"/>
      </cdr:nvSpPr>
      <cdr:spPr>
        <a:xfrm xmlns:a="http://schemas.openxmlformats.org/drawingml/2006/main">
          <a:off x="2151404" y="1510748"/>
          <a:ext cx="2504660" cy="1232452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r>
            <a:rPr lang="en-US" sz="3200" kern="1200" dirty="0">
              <a:latin typeface="Trebuchet MS" panose="020B0703020202090204" pitchFamily="34" charset="0"/>
            </a:rPr>
            <a:t>Mindfulness</a:t>
          </a:r>
        </a:p>
        <a:p xmlns:a="http://schemas.openxmlformats.org/drawingml/2006/main">
          <a:pPr algn="ctr"/>
          <a:r>
            <a:rPr lang="en-US" sz="3200" kern="1200" dirty="0">
              <a:latin typeface="Trebuchet MS" panose="020B0703020202090204" pitchFamily="34" charset="0"/>
            </a:rPr>
            <a:t>12%</a:t>
          </a:r>
        </a:p>
      </cdr:txBody>
    </cdr:sp>
  </cdr:relSizeAnchor>
</c:userShape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58C5BC-9A70-462C-B28D-9600239EAC64}" type="datetimeFigureOut">
              <a:rPr lang="en-US" smtClean="0"/>
              <a:pPr/>
              <a:t>4/12/26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C131B7-05CA-4AEE-9267-6D0ED4DC84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53871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CC2317-6751-4CD4-9995-8782DD78E936}" type="datetimeFigureOut">
              <a:rPr lang="en-US" smtClean="0"/>
              <a:pPr/>
              <a:t>4/12/26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A1A87D-CAF7-4BDC-A0D3-C0DBEDE8161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10841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388900" rtl="0" eaLnBrk="1" latinLnBrk="0" hangingPunct="1">
      <a:defRPr sz="5800" kern="1200">
        <a:solidFill>
          <a:schemeClr val="tx1"/>
        </a:solidFill>
        <a:latin typeface="+mn-lt"/>
        <a:ea typeface="+mn-ea"/>
        <a:cs typeface="+mn-cs"/>
      </a:defRPr>
    </a:lvl1pPr>
    <a:lvl2pPr marL="2194451" algn="l" defTabSz="4388900" rtl="0" eaLnBrk="1" latinLnBrk="0" hangingPunct="1">
      <a:defRPr sz="5800" kern="1200">
        <a:solidFill>
          <a:schemeClr val="tx1"/>
        </a:solidFill>
        <a:latin typeface="+mn-lt"/>
        <a:ea typeface="+mn-ea"/>
        <a:cs typeface="+mn-cs"/>
      </a:defRPr>
    </a:lvl2pPr>
    <a:lvl3pPr marL="4388900" algn="l" defTabSz="4388900" rtl="0" eaLnBrk="1" latinLnBrk="0" hangingPunct="1">
      <a:defRPr sz="5800" kern="1200">
        <a:solidFill>
          <a:schemeClr val="tx1"/>
        </a:solidFill>
        <a:latin typeface="+mn-lt"/>
        <a:ea typeface="+mn-ea"/>
        <a:cs typeface="+mn-cs"/>
      </a:defRPr>
    </a:lvl3pPr>
    <a:lvl4pPr marL="6583351" algn="l" defTabSz="4388900" rtl="0" eaLnBrk="1" latinLnBrk="0" hangingPunct="1">
      <a:defRPr sz="5800" kern="1200">
        <a:solidFill>
          <a:schemeClr val="tx1"/>
        </a:solidFill>
        <a:latin typeface="+mn-lt"/>
        <a:ea typeface="+mn-ea"/>
        <a:cs typeface="+mn-cs"/>
      </a:defRPr>
    </a:lvl4pPr>
    <a:lvl5pPr marL="8777801" algn="l" defTabSz="4388900" rtl="0" eaLnBrk="1" latinLnBrk="0" hangingPunct="1">
      <a:defRPr sz="5800" kern="1200">
        <a:solidFill>
          <a:schemeClr val="tx1"/>
        </a:solidFill>
        <a:latin typeface="+mn-lt"/>
        <a:ea typeface="+mn-ea"/>
        <a:cs typeface="+mn-cs"/>
      </a:defRPr>
    </a:lvl5pPr>
    <a:lvl6pPr marL="10972252" algn="l" defTabSz="4388900" rtl="0" eaLnBrk="1" latinLnBrk="0" hangingPunct="1">
      <a:defRPr sz="5800" kern="1200">
        <a:solidFill>
          <a:schemeClr val="tx1"/>
        </a:solidFill>
        <a:latin typeface="+mn-lt"/>
        <a:ea typeface="+mn-ea"/>
        <a:cs typeface="+mn-cs"/>
      </a:defRPr>
    </a:lvl6pPr>
    <a:lvl7pPr marL="13166703" algn="l" defTabSz="4388900" rtl="0" eaLnBrk="1" latinLnBrk="0" hangingPunct="1">
      <a:defRPr sz="5800" kern="1200">
        <a:solidFill>
          <a:schemeClr val="tx1"/>
        </a:solidFill>
        <a:latin typeface="+mn-lt"/>
        <a:ea typeface="+mn-ea"/>
        <a:cs typeface="+mn-cs"/>
      </a:defRPr>
    </a:lvl7pPr>
    <a:lvl8pPr marL="15361152" algn="l" defTabSz="4388900" rtl="0" eaLnBrk="1" latinLnBrk="0" hangingPunct="1">
      <a:defRPr sz="5800" kern="1200">
        <a:solidFill>
          <a:schemeClr val="tx1"/>
        </a:solidFill>
        <a:latin typeface="+mn-lt"/>
        <a:ea typeface="+mn-ea"/>
        <a:cs typeface="+mn-cs"/>
      </a:defRPr>
    </a:lvl8pPr>
    <a:lvl9pPr marL="17555603" algn="l" defTabSz="4388900" rtl="0" eaLnBrk="1" latinLnBrk="0" hangingPunct="1">
      <a:defRPr sz="5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A1A87D-CAF7-4BDC-A0D3-C0DBEDE81619}" type="slidenum">
              <a:rPr lang="en-US" smtClean="0"/>
              <a:pPr/>
              <a:t>1</a:t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932593" y="457202"/>
            <a:ext cx="32009976" cy="1447800"/>
          </a:xfrm>
          <a:prstGeom prst="rect">
            <a:avLst/>
          </a:prstGeom>
        </p:spPr>
        <p:txBody>
          <a:bodyPr lIns="91436" tIns="45717" rIns="91436" bIns="45717" anchor="ctr" anchorCtr="0"/>
          <a:lstStyle>
            <a:lvl1pPr>
              <a:defRPr b="1"/>
            </a:lvl1pPr>
          </a:lstStyle>
          <a:p>
            <a:r>
              <a:rPr lang="en-US" dirty="0"/>
              <a:t>Click here to add the poster title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904188" y="6004405"/>
            <a:ext cx="10056813" cy="846363"/>
          </a:xfrm>
          <a:prstGeom prst="rect">
            <a:avLst/>
          </a:prstGeom>
        </p:spPr>
        <p:txBody>
          <a:bodyPr wrap="square" lIns="228589" tIns="228589" rIns="228589" bIns="228589">
            <a:spAutoFit/>
          </a:bodyPr>
          <a:lstStyle>
            <a:lvl1pPr marL="0" indent="0">
              <a:buNone/>
              <a:defRPr sz="2500">
                <a:latin typeface="Trebuchet MS" pitchFamily="34" charset="0"/>
              </a:defRPr>
            </a:lvl1pPr>
            <a:lvl2pPr marL="1485825" indent="-571471">
              <a:defRPr sz="2500">
                <a:latin typeface="Trebuchet MS" pitchFamily="34" charset="0"/>
              </a:defRPr>
            </a:lvl2pPr>
            <a:lvl3pPr marL="2057297" indent="-571471">
              <a:defRPr sz="2500">
                <a:latin typeface="Trebuchet MS" pitchFamily="34" charset="0"/>
              </a:defRPr>
            </a:lvl3pPr>
            <a:lvl4pPr marL="2685916" indent="-628619">
              <a:defRPr sz="2500">
                <a:latin typeface="Trebuchet MS" pitchFamily="34" charset="0"/>
              </a:defRPr>
            </a:lvl4pPr>
            <a:lvl5pPr marL="3143093" indent="-457177">
              <a:defRPr sz="25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Type in or paste your text here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922341" y="5265739"/>
            <a:ext cx="10048875" cy="754045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lIns="91436" tIns="91436" rIns="91436" bIns="91436" anchor="ctr" anchorCtr="0">
            <a:spAutoFit/>
          </a:bodyPr>
          <a:lstStyle>
            <a:lvl1pPr algn="ctr">
              <a:buNone/>
              <a:defRPr sz="37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(click to edit) INTRODUCTION or ABSTRACT</a:t>
            </a:r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5" hasCustomPrompt="1"/>
          </p:nvPr>
        </p:nvSpPr>
        <p:spPr>
          <a:xfrm>
            <a:off x="914400" y="1143000"/>
            <a:ext cx="4419600" cy="2514600"/>
          </a:xfrm>
          <a:prstGeom prst="rect">
            <a:avLst/>
          </a:prstGeom>
        </p:spPr>
        <p:txBody>
          <a:bodyPr lIns="91436" tIns="45717" rIns="91436" bIns="45717" anchor="ctr"/>
          <a:lstStyle>
            <a:lvl1pPr algn="ctr">
              <a:buNone/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18" name="Picture Placeholder 13"/>
          <p:cNvSpPr>
            <a:spLocks noGrp="1"/>
          </p:cNvSpPr>
          <p:nvPr>
            <p:ph type="pic" sz="quarter" idx="18" hasCustomPrompt="1"/>
          </p:nvPr>
        </p:nvSpPr>
        <p:spPr>
          <a:xfrm>
            <a:off x="38557200" y="1219200"/>
            <a:ext cx="4419600" cy="2514600"/>
          </a:xfrm>
          <a:prstGeom prst="rect">
            <a:avLst/>
          </a:prstGeom>
        </p:spPr>
        <p:txBody>
          <a:bodyPr lIns="91436" tIns="45717" rIns="91436" bIns="45717" anchor="ctr"/>
          <a:lstStyle>
            <a:lvl1pPr algn="ctr">
              <a:buNone/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20" name="Text Placeholder 5"/>
          <p:cNvSpPr>
            <a:spLocks noGrp="1"/>
          </p:cNvSpPr>
          <p:nvPr>
            <p:ph type="body" sz="quarter" idx="20" hasCustomPrompt="1"/>
          </p:nvPr>
        </p:nvSpPr>
        <p:spPr>
          <a:xfrm>
            <a:off x="922339" y="14212513"/>
            <a:ext cx="10050462" cy="754045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91436" tIns="91436" rIns="91436" bIns="91436" anchor="ctr" anchorCtr="0">
            <a:spAutoFit/>
          </a:bodyPr>
          <a:lstStyle>
            <a:lvl1pPr algn="ctr">
              <a:buNone/>
              <a:defRPr sz="37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(click to edit)  OBJECTIVES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quarter" idx="21" hasCustomPrompt="1"/>
          </p:nvPr>
        </p:nvSpPr>
        <p:spPr>
          <a:xfrm>
            <a:off x="11587165" y="5996467"/>
            <a:ext cx="10048874" cy="846363"/>
          </a:xfrm>
          <a:prstGeom prst="rect">
            <a:avLst/>
          </a:prstGeom>
        </p:spPr>
        <p:txBody>
          <a:bodyPr wrap="square" lIns="228589" tIns="228589" rIns="228589" bIns="228589">
            <a:spAutoFit/>
          </a:bodyPr>
          <a:lstStyle>
            <a:lvl1pPr marL="0" indent="0">
              <a:buNone/>
              <a:defRPr sz="2500">
                <a:latin typeface="Trebuchet MS" pitchFamily="34" charset="0"/>
              </a:defRPr>
            </a:lvl1pPr>
            <a:lvl2pPr marL="1485825" indent="-571471">
              <a:defRPr sz="2500">
                <a:latin typeface="Trebuchet MS" pitchFamily="34" charset="0"/>
              </a:defRPr>
            </a:lvl2pPr>
            <a:lvl3pPr marL="2057297" indent="-571471">
              <a:defRPr sz="2500">
                <a:latin typeface="Trebuchet MS" pitchFamily="34" charset="0"/>
              </a:defRPr>
            </a:lvl3pPr>
            <a:lvl4pPr marL="2685916" indent="-628619">
              <a:defRPr sz="2500">
                <a:latin typeface="Trebuchet MS" pitchFamily="34" charset="0"/>
              </a:defRPr>
            </a:lvl4pPr>
            <a:lvl5pPr marL="3143093" indent="-457177">
              <a:defRPr sz="25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Type in or paste your text here</a:t>
            </a:r>
          </a:p>
        </p:txBody>
      </p:sp>
      <p:sp>
        <p:nvSpPr>
          <p:cNvPr id="22" name="Text Placeholder 5"/>
          <p:cNvSpPr>
            <a:spLocks noGrp="1"/>
          </p:cNvSpPr>
          <p:nvPr>
            <p:ph type="body" sz="quarter" idx="22" hasCustomPrompt="1"/>
          </p:nvPr>
        </p:nvSpPr>
        <p:spPr>
          <a:xfrm>
            <a:off x="11587166" y="5265739"/>
            <a:ext cx="10048875" cy="754045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lIns="91436" tIns="91436" rIns="91436" bIns="91436" anchor="ctr" anchorCtr="0">
            <a:spAutoFit/>
          </a:bodyPr>
          <a:lstStyle>
            <a:lvl1pPr algn="ctr">
              <a:buNone/>
              <a:defRPr sz="37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(click to edit)  MATERIALS &amp; METHODS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quarter" idx="23" hasCustomPrompt="1"/>
          </p:nvPr>
        </p:nvSpPr>
        <p:spPr>
          <a:xfrm>
            <a:off x="22258339" y="6004405"/>
            <a:ext cx="10048874" cy="846363"/>
          </a:xfrm>
          <a:prstGeom prst="rect">
            <a:avLst/>
          </a:prstGeom>
        </p:spPr>
        <p:txBody>
          <a:bodyPr wrap="square" lIns="228589" tIns="228589" rIns="228589" bIns="228589">
            <a:spAutoFit/>
          </a:bodyPr>
          <a:lstStyle>
            <a:lvl1pPr marL="0" indent="0">
              <a:buNone/>
              <a:defRPr sz="2500">
                <a:latin typeface="Trebuchet MS" pitchFamily="34" charset="0"/>
              </a:defRPr>
            </a:lvl1pPr>
            <a:lvl2pPr marL="1485825" indent="-571471">
              <a:defRPr sz="2500">
                <a:latin typeface="Trebuchet MS" pitchFamily="34" charset="0"/>
              </a:defRPr>
            </a:lvl2pPr>
            <a:lvl3pPr marL="2057297" indent="-571471">
              <a:defRPr sz="2500">
                <a:latin typeface="Trebuchet MS" pitchFamily="34" charset="0"/>
              </a:defRPr>
            </a:lvl3pPr>
            <a:lvl4pPr marL="2685916" indent="-628619">
              <a:defRPr sz="2500">
                <a:latin typeface="Trebuchet MS" pitchFamily="34" charset="0"/>
              </a:defRPr>
            </a:lvl4pPr>
            <a:lvl5pPr marL="3143093" indent="-457177">
              <a:defRPr sz="25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Type in or paste your text here</a:t>
            </a:r>
          </a:p>
        </p:txBody>
      </p:sp>
      <p:sp>
        <p:nvSpPr>
          <p:cNvPr id="24" name="Text Placeholder 5"/>
          <p:cNvSpPr>
            <a:spLocks noGrp="1"/>
          </p:cNvSpPr>
          <p:nvPr>
            <p:ph type="body" sz="quarter" idx="24" hasCustomPrompt="1"/>
          </p:nvPr>
        </p:nvSpPr>
        <p:spPr>
          <a:xfrm>
            <a:off x="22250400" y="5257801"/>
            <a:ext cx="10058400" cy="754045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lIns="91436" tIns="91436" rIns="91436" bIns="91436" anchor="ctr" anchorCtr="0">
            <a:spAutoFit/>
          </a:bodyPr>
          <a:lstStyle>
            <a:lvl1pPr algn="ctr">
              <a:buNone/>
              <a:defRPr sz="37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(click to edit)  RESULTS</a:t>
            </a:r>
          </a:p>
        </p:txBody>
      </p:sp>
      <p:sp>
        <p:nvSpPr>
          <p:cNvPr id="25" name="Text Placeholder 5"/>
          <p:cNvSpPr>
            <a:spLocks noGrp="1"/>
          </p:cNvSpPr>
          <p:nvPr>
            <p:ph type="body" sz="quarter" idx="25" hasCustomPrompt="1"/>
          </p:nvPr>
        </p:nvSpPr>
        <p:spPr>
          <a:xfrm>
            <a:off x="32924750" y="5265739"/>
            <a:ext cx="10047018" cy="754045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91436" tIns="91436" rIns="91436" bIns="91436" anchor="ctr" anchorCtr="0">
            <a:spAutoFit/>
          </a:bodyPr>
          <a:lstStyle>
            <a:lvl1pPr algn="ctr">
              <a:buNone/>
              <a:defRPr sz="37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(click to edit)  CONCLUSIONS</a:t>
            </a:r>
          </a:p>
        </p:txBody>
      </p:sp>
      <p:sp>
        <p:nvSpPr>
          <p:cNvPr id="26" name="Text Placeholder 3"/>
          <p:cNvSpPr>
            <a:spLocks noGrp="1"/>
          </p:cNvSpPr>
          <p:nvPr>
            <p:ph type="body" sz="quarter" idx="26" hasCustomPrompt="1"/>
          </p:nvPr>
        </p:nvSpPr>
        <p:spPr>
          <a:xfrm>
            <a:off x="32924750" y="6004405"/>
            <a:ext cx="10047018" cy="846363"/>
          </a:xfrm>
          <a:prstGeom prst="rect">
            <a:avLst/>
          </a:prstGeom>
        </p:spPr>
        <p:txBody>
          <a:bodyPr wrap="square" lIns="228589" tIns="228589" rIns="228589" bIns="228589">
            <a:spAutoFit/>
          </a:bodyPr>
          <a:lstStyle>
            <a:lvl1pPr marL="0" indent="0">
              <a:buNone/>
              <a:defRPr sz="2500">
                <a:latin typeface="Trebuchet MS" pitchFamily="34" charset="0"/>
              </a:defRPr>
            </a:lvl1pPr>
            <a:lvl2pPr marL="1485825" indent="-571471">
              <a:defRPr sz="2500">
                <a:latin typeface="Trebuchet MS" pitchFamily="34" charset="0"/>
              </a:defRPr>
            </a:lvl2pPr>
            <a:lvl3pPr marL="2057297" indent="-571471">
              <a:defRPr sz="2500">
                <a:latin typeface="Trebuchet MS" pitchFamily="34" charset="0"/>
              </a:defRPr>
            </a:lvl3pPr>
            <a:lvl4pPr marL="2685916" indent="-628619">
              <a:defRPr sz="2500">
                <a:latin typeface="Trebuchet MS" pitchFamily="34" charset="0"/>
              </a:defRPr>
            </a:lvl4pPr>
            <a:lvl5pPr marL="3143093" indent="-457177">
              <a:defRPr sz="25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Type in or paste your text here</a:t>
            </a:r>
          </a:p>
        </p:txBody>
      </p:sp>
      <p:sp>
        <p:nvSpPr>
          <p:cNvPr id="27" name="Text Placeholder 5"/>
          <p:cNvSpPr>
            <a:spLocks noGrp="1"/>
          </p:cNvSpPr>
          <p:nvPr>
            <p:ph type="body" sz="quarter" idx="27" hasCustomPrompt="1"/>
          </p:nvPr>
        </p:nvSpPr>
        <p:spPr>
          <a:xfrm>
            <a:off x="32919059" y="14272738"/>
            <a:ext cx="10047018" cy="754045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91436" tIns="91436" rIns="91436" bIns="91436" anchor="ctr" anchorCtr="0">
            <a:spAutoFit/>
          </a:bodyPr>
          <a:lstStyle>
            <a:lvl1pPr algn="ctr">
              <a:buNone/>
              <a:defRPr sz="37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(click to edit)  REFERENCES</a:t>
            </a:r>
          </a:p>
        </p:txBody>
      </p:sp>
      <p:sp>
        <p:nvSpPr>
          <p:cNvPr id="28" name="Text Placeholder 3"/>
          <p:cNvSpPr>
            <a:spLocks noGrp="1"/>
          </p:cNvSpPr>
          <p:nvPr>
            <p:ph type="body" sz="quarter" idx="28" hasCustomPrompt="1"/>
          </p:nvPr>
        </p:nvSpPr>
        <p:spPr>
          <a:xfrm>
            <a:off x="32997777" y="15011402"/>
            <a:ext cx="10052050" cy="846363"/>
          </a:xfrm>
          <a:prstGeom prst="rect">
            <a:avLst/>
          </a:prstGeom>
        </p:spPr>
        <p:txBody>
          <a:bodyPr wrap="square" lIns="228589" tIns="228589" rIns="228589" bIns="228589">
            <a:spAutoFit/>
          </a:bodyPr>
          <a:lstStyle>
            <a:lvl1pPr marL="0" indent="0">
              <a:buNone/>
              <a:defRPr sz="2500">
                <a:latin typeface="Trebuchet MS" pitchFamily="34" charset="0"/>
              </a:defRPr>
            </a:lvl1pPr>
            <a:lvl2pPr marL="1485825" indent="-571471">
              <a:defRPr sz="2500">
                <a:latin typeface="Trebuchet MS" pitchFamily="34" charset="0"/>
              </a:defRPr>
            </a:lvl2pPr>
            <a:lvl3pPr marL="2057297" indent="-571471">
              <a:defRPr sz="2500">
                <a:latin typeface="Trebuchet MS" pitchFamily="34" charset="0"/>
              </a:defRPr>
            </a:lvl3pPr>
            <a:lvl4pPr marL="2685916" indent="-628619">
              <a:defRPr sz="2500">
                <a:latin typeface="Trebuchet MS" pitchFamily="34" charset="0"/>
              </a:defRPr>
            </a:lvl4pPr>
            <a:lvl5pPr marL="3143093" indent="-457177">
              <a:defRPr sz="25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Type in or paste your text here</a:t>
            </a:r>
          </a:p>
        </p:txBody>
      </p:sp>
      <p:sp>
        <p:nvSpPr>
          <p:cNvPr id="29" name="Text Placeholder 5"/>
          <p:cNvSpPr>
            <a:spLocks noGrp="1"/>
          </p:cNvSpPr>
          <p:nvPr>
            <p:ph type="body" sz="quarter" idx="29" hasCustomPrompt="1"/>
          </p:nvPr>
        </p:nvSpPr>
        <p:spPr>
          <a:xfrm>
            <a:off x="32924750" y="25679401"/>
            <a:ext cx="10047018" cy="754045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91436" tIns="91436" rIns="91436" bIns="91436" anchor="ctr" anchorCtr="0">
            <a:spAutoFit/>
          </a:bodyPr>
          <a:lstStyle>
            <a:lvl1pPr algn="ctr">
              <a:buNone/>
              <a:defRPr sz="37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(click to edit)  ACKNOWLEDGEMENTS or  CONTACT</a:t>
            </a:r>
          </a:p>
        </p:txBody>
      </p:sp>
      <p:sp>
        <p:nvSpPr>
          <p:cNvPr id="30" name="Text Placeholder 3"/>
          <p:cNvSpPr>
            <a:spLocks noGrp="1"/>
          </p:cNvSpPr>
          <p:nvPr>
            <p:ph type="body" sz="quarter" idx="30" hasCustomPrompt="1"/>
          </p:nvPr>
        </p:nvSpPr>
        <p:spPr>
          <a:xfrm>
            <a:off x="32914027" y="26433446"/>
            <a:ext cx="10052050" cy="846363"/>
          </a:xfrm>
          <a:prstGeom prst="rect">
            <a:avLst/>
          </a:prstGeom>
        </p:spPr>
        <p:txBody>
          <a:bodyPr wrap="square" lIns="228589" tIns="228589" rIns="228589" bIns="228589">
            <a:spAutoFit/>
          </a:bodyPr>
          <a:lstStyle>
            <a:lvl1pPr marL="0" indent="0">
              <a:buNone/>
              <a:defRPr sz="2500">
                <a:latin typeface="Trebuchet MS" pitchFamily="34" charset="0"/>
              </a:defRPr>
            </a:lvl1pPr>
            <a:lvl2pPr marL="1485825" indent="-571471">
              <a:defRPr sz="2500">
                <a:latin typeface="Trebuchet MS" pitchFamily="34" charset="0"/>
              </a:defRPr>
            </a:lvl2pPr>
            <a:lvl3pPr marL="2057297" indent="-571471">
              <a:defRPr sz="2500">
                <a:latin typeface="Trebuchet MS" pitchFamily="34" charset="0"/>
              </a:defRPr>
            </a:lvl3pPr>
            <a:lvl4pPr marL="2685916" indent="-628619">
              <a:defRPr sz="2500">
                <a:latin typeface="Trebuchet MS" pitchFamily="34" charset="0"/>
              </a:defRPr>
            </a:lvl4pPr>
            <a:lvl5pPr marL="3143093" indent="-457177">
              <a:defRPr sz="25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Type in or paste your text here</a:t>
            </a:r>
          </a:p>
        </p:txBody>
      </p:sp>
      <p:sp>
        <p:nvSpPr>
          <p:cNvPr id="111" name="Text Placeholder 5"/>
          <p:cNvSpPr>
            <a:spLocks noGrp="1"/>
          </p:cNvSpPr>
          <p:nvPr>
            <p:ph type="body" sz="quarter" idx="95" hasCustomPrompt="1"/>
          </p:nvPr>
        </p:nvSpPr>
        <p:spPr>
          <a:xfrm>
            <a:off x="-10408283" y="18288001"/>
            <a:ext cx="10050462" cy="754045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91436" tIns="91436" rIns="91436" bIns="91436" anchor="ctr" anchorCtr="0">
            <a:spAutoFit/>
          </a:bodyPr>
          <a:lstStyle>
            <a:lvl1pPr algn="ctr">
              <a:buNone/>
              <a:defRPr sz="37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60" name="Text Placeholder 3"/>
          <p:cNvSpPr>
            <a:spLocks noGrp="1"/>
          </p:cNvSpPr>
          <p:nvPr>
            <p:ph type="body" sz="quarter" idx="96" hasCustomPrompt="1"/>
          </p:nvPr>
        </p:nvSpPr>
        <p:spPr>
          <a:xfrm>
            <a:off x="904188" y="14951552"/>
            <a:ext cx="10056813" cy="846363"/>
          </a:xfrm>
          <a:prstGeom prst="rect">
            <a:avLst/>
          </a:prstGeom>
        </p:spPr>
        <p:txBody>
          <a:bodyPr wrap="square" lIns="228589" tIns="228589" rIns="228589" bIns="228589">
            <a:spAutoFit/>
          </a:bodyPr>
          <a:lstStyle>
            <a:lvl1pPr marL="0" indent="0">
              <a:buNone/>
              <a:defRPr sz="2500">
                <a:latin typeface="Trebuchet MS" pitchFamily="34" charset="0"/>
              </a:defRPr>
            </a:lvl1pPr>
            <a:lvl2pPr marL="1485825" indent="-571471">
              <a:defRPr sz="2500">
                <a:latin typeface="Trebuchet MS" pitchFamily="34" charset="0"/>
              </a:defRPr>
            </a:lvl2pPr>
            <a:lvl3pPr marL="2057297" indent="-571471">
              <a:defRPr sz="2500">
                <a:latin typeface="Trebuchet MS" pitchFamily="34" charset="0"/>
              </a:defRPr>
            </a:lvl3pPr>
            <a:lvl4pPr marL="2685916" indent="-628619">
              <a:defRPr sz="2500">
                <a:latin typeface="Trebuchet MS" pitchFamily="34" charset="0"/>
              </a:defRPr>
            </a:lvl4pPr>
            <a:lvl5pPr marL="3143093" indent="-457177">
              <a:defRPr sz="25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Type in or paste your text here</a:t>
            </a:r>
          </a:p>
        </p:txBody>
      </p:sp>
      <p:sp>
        <p:nvSpPr>
          <p:cNvPr id="103" name="Text Placeholder 3"/>
          <p:cNvSpPr>
            <a:spLocks noGrp="1"/>
          </p:cNvSpPr>
          <p:nvPr>
            <p:ph type="body" sz="quarter" idx="107" hasCustomPrompt="1"/>
          </p:nvPr>
        </p:nvSpPr>
        <p:spPr>
          <a:xfrm>
            <a:off x="-10408283" y="21259801"/>
            <a:ext cx="10056813" cy="846363"/>
          </a:xfrm>
          <a:prstGeom prst="rect">
            <a:avLst/>
          </a:prstGeom>
        </p:spPr>
        <p:txBody>
          <a:bodyPr wrap="square" lIns="228589" tIns="228589" rIns="228589" bIns="228589">
            <a:spAutoFit/>
          </a:bodyPr>
          <a:lstStyle>
            <a:lvl1pPr marL="0" indent="0">
              <a:buNone/>
              <a:defRPr sz="2500" baseline="0">
                <a:latin typeface="Trebuchet MS" pitchFamily="34" charset="0"/>
              </a:defRPr>
            </a:lvl1pPr>
            <a:lvl2pPr marL="1485825" indent="-571471">
              <a:defRPr sz="2500">
                <a:latin typeface="Trebuchet MS" pitchFamily="34" charset="0"/>
              </a:defRPr>
            </a:lvl2pPr>
            <a:lvl3pPr marL="2057297" indent="-571471">
              <a:defRPr sz="2500">
                <a:latin typeface="Trebuchet MS" pitchFamily="34" charset="0"/>
              </a:defRPr>
            </a:lvl3pPr>
            <a:lvl4pPr marL="2685916" indent="-628619">
              <a:defRPr sz="2500">
                <a:latin typeface="Trebuchet MS" pitchFamily="34" charset="0"/>
              </a:defRPr>
            </a:lvl4pPr>
            <a:lvl5pPr marL="3143093" indent="-457177">
              <a:defRPr sz="25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TEXT PLACEHOLDER</a:t>
            </a:r>
          </a:p>
        </p:txBody>
      </p:sp>
      <p:sp>
        <p:nvSpPr>
          <p:cNvPr id="51" name="Text Placeholder 3"/>
          <p:cNvSpPr>
            <a:spLocks noGrp="1"/>
          </p:cNvSpPr>
          <p:nvPr>
            <p:ph type="body" sz="quarter" idx="116" hasCustomPrompt="1"/>
          </p:nvPr>
        </p:nvSpPr>
        <p:spPr>
          <a:xfrm>
            <a:off x="-10408283" y="21259801"/>
            <a:ext cx="10056813" cy="846363"/>
          </a:xfrm>
          <a:prstGeom prst="rect">
            <a:avLst/>
          </a:prstGeom>
        </p:spPr>
        <p:txBody>
          <a:bodyPr wrap="square" lIns="228589" tIns="228589" rIns="228589" bIns="228589">
            <a:spAutoFit/>
          </a:bodyPr>
          <a:lstStyle>
            <a:lvl1pPr marL="0" indent="0">
              <a:buNone/>
              <a:defRPr sz="2500" baseline="0">
                <a:latin typeface="Trebuchet MS" pitchFamily="34" charset="0"/>
              </a:defRPr>
            </a:lvl1pPr>
            <a:lvl2pPr marL="1485825" indent="-571471">
              <a:defRPr sz="2500">
                <a:latin typeface="Trebuchet MS" pitchFamily="34" charset="0"/>
              </a:defRPr>
            </a:lvl2pPr>
            <a:lvl3pPr marL="2057297" indent="-571471">
              <a:defRPr sz="2500">
                <a:latin typeface="Trebuchet MS" pitchFamily="34" charset="0"/>
              </a:defRPr>
            </a:lvl3pPr>
            <a:lvl4pPr marL="2685916" indent="-628619">
              <a:defRPr sz="2500">
                <a:latin typeface="Trebuchet MS" pitchFamily="34" charset="0"/>
              </a:defRPr>
            </a:lvl4pPr>
            <a:lvl5pPr marL="3143093" indent="-457177">
              <a:defRPr sz="25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TEXT PLACEHOLDER</a:t>
            </a:r>
          </a:p>
        </p:txBody>
      </p:sp>
      <p:sp>
        <p:nvSpPr>
          <p:cNvPr id="52" name="Text Placeholder 3"/>
          <p:cNvSpPr>
            <a:spLocks noGrp="1"/>
          </p:cNvSpPr>
          <p:nvPr>
            <p:ph type="body" sz="quarter" idx="117" hasCustomPrompt="1"/>
          </p:nvPr>
        </p:nvSpPr>
        <p:spPr>
          <a:xfrm>
            <a:off x="-10408283" y="21259801"/>
            <a:ext cx="10056813" cy="846363"/>
          </a:xfrm>
          <a:prstGeom prst="rect">
            <a:avLst/>
          </a:prstGeom>
        </p:spPr>
        <p:txBody>
          <a:bodyPr wrap="square" lIns="228589" tIns="228589" rIns="228589" bIns="228589">
            <a:spAutoFit/>
          </a:bodyPr>
          <a:lstStyle>
            <a:lvl1pPr marL="0" indent="0">
              <a:buNone/>
              <a:defRPr sz="2500" baseline="0">
                <a:latin typeface="Trebuchet MS" pitchFamily="34" charset="0"/>
              </a:defRPr>
            </a:lvl1pPr>
            <a:lvl2pPr marL="1485825" indent="-571471">
              <a:defRPr sz="2500">
                <a:latin typeface="Trebuchet MS" pitchFamily="34" charset="0"/>
              </a:defRPr>
            </a:lvl2pPr>
            <a:lvl3pPr marL="2057297" indent="-571471">
              <a:defRPr sz="2500">
                <a:latin typeface="Trebuchet MS" pitchFamily="34" charset="0"/>
              </a:defRPr>
            </a:lvl3pPr>
            <a:lvl4pPr marL="2685916" indent="-628619">
              <a:defRPr sz="2500">
                <a:latin typeface="Trebuchet MS" pitchFamily="34" charset="0"/>
              </a:defRPr>
            </a:lvl4pPr>
            <a:lvl5pPr marL="3143093" indent="-457177">
              <a:defRPr sz="25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TEXT PLACEHOLDER</a:t>
            </a:r>
          </a:p>
        </p:txBody>
      </p:sp>
      <p:sp>
        <p:nvSpPr>
          <p:cNvPr id="53" name="Text Placeholder 3"/>
          <p:cNvSpPr>
            <a:spLocks noGrp="1"/>
          </p:cNvSpPr>
          <p:nvPr>
            <p:ph type="body" sz="quarter" idx="118" hasCustomPrompt="1"/>
          </p:nvPr>
        </p:nvSpPr>
        <p:spPr>
          <a:xfrm>
            <a:off x="-10408283" y="21259801"/>
            <a:ext cx="10056813" cy="846363"/>
          </a:xfrm>
          <a:prstGeom prst="rect">
            <a:avLst/>
          </a:prstGeom>
        </p:spPr>
        <p:txBody>
          <a:bodyPr wrap="square" lIns="228589" tIns="228589" rIns="228589" bIns="228589">
            <a:spAutoFit/>
          </a:bodyPr>
          <a:lstStyle>
            <a:lvl1pPr marL="0" indent="0">
              <a:buNone/>
              <a:defRPr sz="2500" baseline="0">
                <a:latin typeface="Trebuchet MS" pitchFamily="34" charset="0"/>
              </a:defRPr>
            </a:lvl1pPr>
            <a:lvl2pPr marL="1485825" indent="-571471">
              <a:defRPr sz="2500">
                <a:latin typeface="Trebuchet MS" pitchFamily="34" charset="0"/>
              </a:defRPr>
            </a:lvl2pPr>
            <a:lvl3pPr marL="2057297" indent="-571471">
              <a:defRPr sz="2500">
                <a:latin typeface="Trebuchet MS" pitchFamily="34" charset="0"/>
              </a:defRPr>
            </a:lvl3pPr>
            <a:lvl4pPr marL="2685916" indent="-628619">
              <a:defRPr sz="2500">
                <a:latin typeface="Trebuchet MS" pitchFamily="34" charset="0"/>
              </a:defRPr>
            </a:lvl4pPr>
            <a:lvl5pPr marL="3143093" indent="-457177">
              <a:defRPr sz="25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TEXT PLACEHOLDER</a:t>
            </a:r>
          </a:p>
        </p:txBody>
      </p:sp>
      <p:sp>
        <p:nvSpPr>
          <p:cNvPr id="54" name="Text Placeholder 3"/>
          <p:cNvSpPr>
            <a:spLocks noGrp="1"/>
          </p:cNvSpPr>
          <p:nvPr>
            <p:ph type="body" sz="quarter" idx="119" hasCustomPrompt="1"/>
          </p:nvPr>
        </p:nvSpPr>
        <p:spPr>
          <a:xfrm>
            <a:off x="-10408283" y="21259801"/>
            <a:ext cx="10056813" cy="846363"/>
          </a:xfrm>
          <a:prstGeom prst="rect">
            <a:avLst/>
          </a:prstGeom>
        </p:spPr>
        <p:txBody>
          <a:bodyPr wrap="square" lIns="228589" tIns="228589" rIns="228589" bIns="228589">
            <a:spAutoFit/>
          </a:bodyPr>
          <a:lstStyle>
            <a:lvl1pPr marL="0" indent="0">
              <a:buNone/>
              <a:defRPr sz="2500" baseline="0">
                <a:latin typeface="Trebuchet MS" pitchFamily="34" charset="0"/>
              </a:defRPr>
            </a:lvl1pPr>
            <a:lvl2pPr marL="1485825" indent="-571471">
              <a:defRPr sz="2500">
                <a:latin typeface="Trebuchet MS" pitchFamily="34" charset="0"/>
              </a:defRPr>
            </a:lvl2pPr>
            <a:lvl3pPr marL="2057297" indent="-571471">
              <a:defRPr sz="2500">
                <a:latin typeface="Trebuchet MS" pitchFamily="34" charset="0"/>
              </a:defRPr>
            </a:lvl3pPr>
            <a:lvl4pPr marL="2685916" indent="-628619">
              <a:defRPr sz="2500">
                <a:latin typeface="Trebuchet MS" pitchFamily="34" charset="0"/>
              </a:defRPr>
            </a:lvl4pPr>
            <a:lvl5pPr marL="3143093" indent="-457177">
              <a:defRPr sz="25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TEXT PLACEHOLDER</a:t>
            </a:r>
          </a:p>
        </p:txBody>
      </p:sp>
      <p:sp>
        <p:nvSpPr>
          <p:cNvPr id="55" name="Text Placeholder 3"/>
          <p:cNvSpPr>
            <a:spLocks noGrp="1"/>
          </p:cNvSpPr>
          <p:nvPr>
            <p:ph type="body" sz="quarter" idx="120" hasCustomPrompt="1"/>
          </p:nvPr>
        </p:nvSpPr>
        <p:spPr>
          <a:xfrm>
            <a:off x="-10408283" y="21259801"/>
            <a:ext cx="10056813" cy="846363"/>
          </a:xfrm>
          <a:prstGeom prst="rect">
            <a:avLst/>
          </a:prstGeom>
        </p:spPr>
        <p:txBody>
          <a:bodyPr wrap="square" lIns="228589" tIns="228589" rIns="228589" bIns="228589">
            <a:spAutoFit/>
          </a:bodyPr>
          <a:lstStyle>
            <a:lvl1pPr marL="0" indent="0">
              <a:buNone/>
              <a:defRPr sz="2500" baseline="0">
                <a:latin typeface="Trebuchet MS" pitchFamily="34" charset="0"/>
              </a:defRPr>
            </a:lvl1pPr>
            <a:lvl2pPr marL="1485825" indent="-571471">
              <a:defRPr sz="2500">
                <a:latin typeface="Trebuchet MS" pitchFamily="34" charset="0"/>
              </a:defRPr>
            </a:lvl2pPr>
            <a:lvl3pPr marL="2057297" indent="-571471">
              <a:defRPr sz="2500">
                <a:latin typeface="Trebuchet MS" pitchFamily="34" charset="0"/>
              </a:defRPr>
            </a:lvl3pPr>
            <a:lvl4pPr marL="2685916" indent="-628619">
              <a:defRPr sz="2500">
                <a:latin typeface="Trebuchet MS" pitchFamily="34" charset="0"/>
              </a:defRPr>
            </a:lvl4pPr>
            <a:lvl5pPr marL="3143093" indent="-457177">
              <a:defRPr sz="25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TEXT PLACEHOLDER</a:t>
            </a:r>
          </a:p>
        </p:txBody>
      </p:sp>
      <p:sp>
        <p:nvSpPr>
          <p:cNvPr id="56" name="Text Placeholder 3"/>
          <p:cNvSpPr>
            <a:spLocks noGrp="1"/>
          </p:cNvSpPr>
          <p:nvPr>
            <p:ph type="body" sz="quarter" idx="121" hasCustomPrompt="1"/>
          </p:nvPr>
        </p:nvSpPr>
        <p:spPr>
          <a:xfrm>
            <a:off x="-10408283" y="21259801"/>
            <a:ext cx="10056813" cy="846363"/>
          </a:xfrm>
          <a:prstGeom prst="rect">
            <a:avLst/>
          </a:prstGeom>
        </p:spPr>
        <p:txBody>
          <a:bodyPr wrap="square" lIns="228589" tIns="228589" rIns="228589" bIns="228589">
            <a:spAutoFit/>
          </a:bodyPr>
          <a:lstStyle>
            <a:lvl1pPr marL="0" indent="0">
              <a:buNone/>
              <a:defRPr sz="2500" baseline="0">
                <a:latin typeface="Trebuchet MS" pitchFamily="34" charset="0"/>
              </a:defRPr>
            </a:lvl1pPr>
            <a:lvl2pPr marL="1485825" indent="-571471">
              <a:defRPr sz="2500">
                <a:latin typeface="Trebuchet MS" pitchFamily="34" charset="0"/>
              </a:defRPr>
            </a:lvl2pPr>
            <a:lvl3pPr marL="2057297" indent="-571471">
              <a:defRPr sz="2500">
                <a:latin typeface="Trebuchet MS" pitchFamily="34" charset="0"/>
              </a:defRPr>
            </a:lvl3pPr>
            <a:lvl4pPr marL="2685916" indent="-628619">
              <a:defRPr sz="2500">
                <a:latin typeface="Trebuchet MS" pitchFamily="34" charset="0"/>
              </a:defRPr>
            </a:lvl4pPr>
            <a:lvl5pPr marL="3143093" indent="-457177">
              <a:defRPr sz="25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TEXT PLACEHOLDER</a:t>
            </a:r>
          </a:p>
        </p:txBody>
      </p:sp>
      <p:sp>
        <p:nvSpPr>
          <p:cNvPr id="57" name="Text Placeholder 3"/>
          <p:cNvSpPr>
            <a:spLocks noGrp="1"/>
          </p:cNvSpPr>
          <p:nvPr>
            <p:ph type="body" sz="quarter" idx="122" hasCustomPrompt="1"/>
          </p:nvPr>
        </p:nvSpPr>
        <p:spPr>
          <a:xfrm>
            <a:off x="-10408283" y="21259801"/>
            <a:ext cx="10056813" cy="846363"/>
          </a:xfrm>
          <a:prstGeom prst="rect">
            <a:avLst/>
          </a:prstGeom>
        </p:spPr>
        <p:txBody>
          <a:bodyPr wrap="square" lIns="228589" tIns="228589" rIns="228589" bIns="228589">
            <a:spAutoFit/>
          </a:bodyPr>
          <a:lstStyle>
            <a:lvl1pPr marL="0" indent="0">
              <a:buNone/>
              <a:defRPr sz="2500" baseline="0">
                <a:latin typeface="Trebuchet MS" pitchFamily="34" charset="0"/>
              </a:defRPr>
            </a:lvl1pPr>
            <a:lvl2pPr marL="1485825" indent="-571471">
              <a:defRPr sz="2500">
                <a:latin typeface="Trebuchet MS" pitchFamily="34" charset="0"/>
              </a:defRPr>
            </a:lvl2pPr>
            <a:lvl3pPr marL="2057297" indent="-571471">
              <a:defRPr sz="2500">
                <a:latin typeface="Trebuchet MS" pitchFamily="34" charset="0"/>
              </a:defRPr>
            </a:lvl3pPr>
            <a:lvl4pPr marL="2685916" indent="-628619">
              <a:defRPr sz="2500">
                <a:latin typeface="Trebuchet MS" pitchFamily="34" charset="0"/>
              </a:defRPr>
            </a:lvl4pPr>
            <a:lvl5pPr marL="3143093" indent="-457177">
              <a:defRPr sz="25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TEXT PLACEHOLDER</a:t>
            </a:r>
          </a:p>
        </p:txBody>
      </p:sp>
      <p:sp>
        <p:nvSpPr>
          <p:cNvPr id="58" name="Text Placeholder 3"/>
          <p:cNvSpPr>
            <a:spLocks noGrp="1"/>
          </p:cNvSpPr>
          <p:nvPr>
            <p:ph type="body" sz="quarter" idx="123" hasCustomPrompt="1"/>
          </p:nvPr>
        </p:nvSpPr>
        <p:spPr>
          <a:xfrm>
            <a:off x="-10408283" y="21259801"/>
            <a:ext cx="10056813" cy="846363"/>
          </a:xfrm>
          <a:prstGeom prst="rect">
            <a:avLst/>
          </a:prstGeom>
        </p:spPr>
        <p:txBody>
          <a:bodyPr wrap="square" lIns="228589" tIns="228589" rIns="228589" bIns="228589">
            <a:spAutoFit/>
          </a:bodyPr>
          <a:lstStyle>
            <a:lvl1pPr marL="0" indent="0">
              <a:buNone/>
              <a:defRPr sz="2500" baseline="0">
                <a:latin typeface="Trebuchet MS" pitchFamily="34" charset="0"/>
              </a:defRPr>
            </a:lvl1pPr>
            <a:lvl2pPr marL="1485825" indent="-571471">
              <a:defRPr sz="2500">
                <a:latin typeface="Trebuchet MS" pitchFamily="34" charset="0"/>
              </a:defRPr>
            </a:lvl2pPr>
            <a:lvl3pPr marL="2057297" indent="-571471">
              <a:defRPr sz="2500">
                <a:latin typeface="Trebuchet MS" pitchFamily="34" charset="0"/>
              </a:defRPr>
            </a:lvl3pPr>
            <a:lvl4pPr marL="2685916" indent="-628619">
              <a:defRPr sz="2500">
                <a:latin typeface="Trebuchet MS" pitchFamily="34" charset="0"/>
              </a:defRPr>
            </a:lvl4pPr>
            <a:lvl5pPr marL="3143093" indent="-457177">
              <a:defRPr sz="25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TEXT PLACEHOLDER</a:t>
            </a:r>
          </a:p>
        </p:txBody>
      </p:sp>
      <p:sp>
        <p:nvSpPr>
          <p:cNvPr id="59" name="Text Placeholder 3"/>
          <p:cNvSpPr>
            <a:spLocks noGrp="1"/>
          </p:cNvSpPr>
          <p:nvPr>
            <p:ph type="body" sz="quarter" idx="124" hasCustomPrompt="1"/>
          </p:nvPr>
        </p:nvSpPr>
        <p:spPr>
          <a:xfrm>
            <a:off x="-10408283" y="21259801"/>
            <a:ext cx="10056813" cy="846363"/>
          </a:xfrm>
          <a:prstGeom prst="rect">
            <a:avLst/>
          </a:prstGeom>
        </p:spPr>
        <p:txBody>
          <a:bodyPr wrap="square" lIns="228589" tIns="228589" rIns="228589" bIns="228589">
            <a:spAutoFit/>
          </a:bodyPr>
          <a:lstStyle>
            <a:lvl1pPr marL="0" indent="0">
              <a:buNone/>
              <a:defRPr sz="2500" baseline="0">
                <a:latin typeface="Trebuchet MS" pitchFamily="34" charset="0"/>
              </a:defRPr>
            </a:lvl1pPr>
            <a:lvl2pPr marL="1485825" indent="-571471">
              <a:defRPr sz="2500">
                <a:latin typeface="Trebuchet MS" pitchFamily="34" charset="0"/>
              </a:defRPr>
            </a:lvl2pPr>
            <a:lvl3pPr marL="2057297" indent="-571471">
              <a:defRPr sz="2500">
                <a:latin typeface="Trebuchet MS" pitchFamily="34" charset="0"/>
              </a:defRPr>
            </a:lvl3pPr>
            <a:lvl4pPr marL="2685916" indent="-628619">
              <a:defRPr sz="2500">
                <a:latin typeface="Trebuchet MS" pitchFamily="34" charset="0"/>
              </a:defRPr>
            </a:lvl4pPr>
            <a:lvl5pPr marL="3143093" indent="-457177">
              <a:defRPr sz="25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TEXT PLACEHOLDER</a:t>
            </a:r>
          </a:p>
        </p:txBody>
      </p:sp>
      <p:sp>
        <p:nvSpPr>
          <p:cNvPr id="61" name="Text Placeholder 3"/>
          <p:cNvSpPr>
            <a:spLocks noGrp="1"/>
          </p:cNvSpPr>
          <p:nvPr>
            <p:ph type="body" sz="quarter" idx="125" hasCustomPrompt="1"/>
          </p:nvPr>
        </p:nvSpPr>
        <p:spPr>
          <a:xfrm>
            <a:off x="-10408283" y="21259801"/>
            <a:ext cx="10056813" cy="846363"/>
          </a:xfrm>
          <a:prstGeom prst="rect">
            <a:avLst/>
          </a:prstGeom>
        </p:spPr>
        <p:txBody>
          <a:bodyPr wrap="square" lIns="228589" tIns="228589" rIns="228589" bIns="228589">
            <a:spAutoFit/>
          </a:bodyPr>
          <a:lstStyle>
            <a:lvl1pPr marL="0" indent="0">
              <a:buNone/>
              <a:defRPr sz="2500" baseline="0">
                <a:latin typeface="Trebuchet MS" pitchFamily="34" charset="0"/>
              </a:defRPr>
            </a:lvl1pPr>
            <a:lvl2pPr marL="1485825" indent="-571471">
              <a:defRPr sz="2500">
                <a:latin typeface="Trebuchet MS" pitchFamily="34" charset="0"/>
              </a:defRPr>
            </a:lvl2pPr>
            <a:lvl3pPr marL="2057297" indent="-571471">
              <a:defRPr sz="2500">
                <a:latin typeface="Trebuchet MS" pitchFamily="34" charset="0"/>
              </a:defRPr>
            </a:lvl3pPr>
            <a:lvl4pPr marL="2685916" indent="-628619">
              <a:defRPr sz="2500">
                <a:latin typeface="Trebuchet MS" pitchFamily="34" charset="0"/>
              </a:defRPr>
            </a:lvl4pPr>
            <a:lvl5pPr marL="3143093" indent="-457177">
              <a:defRPr sz="25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TEXT PLACEHOLDER</a:t>
            </a:r>
          </a:p>
        </p:txBody>
      </p:sp>
      <p:sp>
        <p:nvSpPr>
          <p:cNvPr id="83" name="Picture Placeholder 13"/>
          <p:cNvSpPr>
            <a:spLocks noGrp="1"/>
          </p:cNvSpPr>
          <p:nvPr>
            <p:ph type="pic" sz="quarter" idx="115" hasCustomPrompt="1"/>
          </p:nvPr>
        </p:nvSpPr>
        <p:spPr>
          <a:xfrm>
            <a:off x="-9326880" y="25313640"/>
            <a:ext cx="7909559" cy="4840110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/>
        </p:spPr>
        <p:txBody>
          <a:bodyPr lIns="91436" tIns="45717" rIns="91436" bIns="45717" anchor="ctr"/>
          <a:lstStyle>
            <a:lvl1pPr marL="0" indent="0" algn="ctr">
              <a:buNone/>
              <a:defRPr sz="4000" b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PICTURE PLACEHOLDER</a:t>
            </a:r>
          </a:p>
        </p:txBody>
      </p:sp>
      <p:sp>
        <p:nvSpPr>
          <p:cNvPr id="84" name="Picture Placeholder 13"/>
          <p:cNvSpPr>
            <a:spLocks noGrp="1"/>
          </p:cNvSpPr>
          <p:nvPr>
            <p:ph type="pic" sz="quarter" idx="126" hasCustomPrompt="1"/>
          </p:nvPr>
        </p:nvSpPr>
        <p:spPr>
          <a:xfrm>
            <a:off x="-9326880" y="25313640"/>
            <a:ext cx="7909559" cy="4840110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/>
        </p:spPr>
        <p:txBody>
          <a:bodyPr lIns="91436" tIns="45717" rIns="91436" bIns="45717" anchor="ctr"/>
          <a:lstStyle>
            <a:lvl1pPr marL="0" indent="0" algn="ctr">
              <a:buNone/>
              <a:defRPr sz="4000" b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PICTURE PLACEHOLDER</a:t>
            </a:r>
          </a:p>
        </p:txBody>
      </p:sp>
      <p:sp>
        <p:nvSpPr>
          <p:cNvPr id="85" name="Picture Placeholder 13"/>
          <p:cNvSpPr>
            <a:spLocks noGrp="1"/>
          </p:cNvSpPr>
          <p:nvPr>
            <p:ph type="pic" sz="quarter" idx="127" hasCustomPrompt="1"/>
          </p:nvPr>
        </p:nvSpPr>
        <p:spPr>
          <a:xfrm>
            <a:off x="-9326880" y="25313640"/>
            <a:ext cx="7909559" cy="4840110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/>
        </p:spPr>
        <p:txBody>
          <a:bodyPr lIns="91436" tIns="45717" rIns="91436" bIns="45717" anchor="ctr"/>
          <a:lstStyle>
            <a:lvl1pPr marL="0" indent="0" algn="ctr">
              <a:buNone/>
              <a:defRPr sz="4000" b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PICTURE PLACEHOLDER</a:t>
            </a:r>
          </a:p>
        </p:txBody>
      </p:sp>
      <p:sp>
        <p:nvSpPr>
          <p:cNvPr id="86" name="Picture Placeholder 13"/>
          <p:cNvSpPr>
            <a:spLocks noGrp="1"/>
          </p:cNvSpPr>
          <p:nvPr>
            <p:ph type="pic" sz="quarter" idx="128" hasCustomPrompt="1"/>
          </p:nvPr>
        </p:nvSpPr>
        <p:spPr>
          <a:xfrm>
            <a:off x="-9326880" y="25313640"/>
            <a:ext cx="7909559" cy="4840110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/>
        </p:spPr>
        <p:txBody>
          <a:bodyPr lIns="91436" tIns="45717" rIns="91436" bIns="45717" anchor="ctr"/>
          <a:lstStyle>
            <a:lvl1pPr marL="0" indent="0" algn="ctr">
              <a:buNone/>
              <a:defRPr sz="4000" b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PICTURE PLACEHOLDER</a:t>
            </a:r>
          </a:p>
        </p:txBody>
      </p:sp>
      <p:sp>
        <p:nvSpPr>
          <p:cNvPr id="87" name="Picture Placeholder 13"/>
          <p:cNvSpPr>
            <a:spLocks noGrp="1"/>
          </p:cNvSpPr>
          <p:nvPr>
            <p:ph type="pic" sz="quarter" idx="129" hasCustomPrompt="1"/>
          </p:nvPr>
        </p:nvSpPr>
        <p:spPr>
          <a:xfrm>
            <a:off x="-9326880" y="25313640"/>
            <a:ext cx="7909559" cy="4840110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/>
        </p:spPr>
        <p:txBody>
          <a:bodyPr lIns="91436" tIns="45717" rIns="91436" bIns="45717" anchor="ctr"/>
          <a:lstStyle>
            <a:lvl1pPr marL="0" indent="0" algn="ctr">
              <a:buNone/>
              <a:defRPr sz="4000" b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PICTURE PLACEHOLDER</a:t>
            </a:r>
          </a:p>
        </p:txBody>
      </p:sp>
      <p:sp>
        <p:nvSpPr>
          <p:cNvPr id="89" name="Picture Placeholder 13"/>
          <p:cNvSpPr>
            <a:spLocks noGrp="1"/>
          </p:cNvSpPr>
          <p:nvPr>
            <p:ph type="pic" sz="quarter" idx="130" hasCustomPrompt="1"/>
          </p:nvPr>
        </p:nvSpPr>
        <p:spPr>
          <a:xfrm>
            <a:off x="-9326880" y="25313640"/>
            <a:ext cx="7909559" cy="4840110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/>
        </p:spPr>
        <p:txBody>
          <a:bodyPr lIns="91436" tIns="45717" rIns="91436" bIns="45717" anchor="ctr"/>
          <a:lstStyle>
            <a:lvl1pPr marL="0" indent="0" algn="ctr">
              <a:buNone/>
              <a:defRPr sz="4000" b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PICTURE PLACEHOLDER</a:t>
            </a:r>
          </a:p>
        </p:txBody>
      </p:sp>
      <p:sp>
        <p:nvSpPr>
          <p:cNvPr id="92" name="Picture Placeholder 13"/>
          <p:cNvSpPr>
            <a:spLocks noGrp="1"/>
          </p:cNvSpPr>
          <p:nvPr>
            <p:ph type="pic" sz="quarter" idx="131" hasCustomPrompt="1"/>
          </p:nvPr>
        </p:nvSpPr>
        <p:spPr>
          <a:xfrm>
            <a:off x="-9326880" y="25313640"/>
            <a:ext cx="7909559" cy="4840110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/>
        </p:spPr>
        <p:txBody>
          <a:bodyPr lIns="91436" tIns="45717" rIns="91436" bIns="45717" anchor="ctr"/>
          <a:lstStyle>
            <a:lvl1pPr marL="0" indent="0" algn="ctr">
              <a:buNone/>
              <a:defRPr sz="4000" b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PICTURE PLACEHOLDER</a:t>
            </a:r>
          </a:p>
        </p:txBody>
      </p:sp>
      <p:sp>
        <p:nvSpPr>
          <p:cNvPr id="95" name="Picture Placeholder 13"/>
          <p:cNvSpPr>
            <a:spLocks noGrp="1"/>
          </p:cNvSpPr>
          <p:nvPr>
            <p:ph type="pic" sz="quarter" idx="132" hasCustomPrompt="1"/>
          </p:nvPr>
        </p:nvSpPr>
        <p:spPr>
          <a:xfrm>
            <a:off x="-9326880" y="25313640"/>
            <a:ext cx="7909559" cy="4840110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/>
        </p:spPr>
        <p:txBody>
          <a:bodyPr lIns="91436" tIns="45717" rIns="91436" bIns="45717" anchor="ctr"/>
          <a:lstStyle>
            <a:lvl1pPr marL="0" indent="0" algn="ctr">
              <a:buNone/>
              <a:defRPr sz="4000" b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PICTURE PLACEHOLDER</a:t>
            </a:r>
          </a:p>
        </p:txBody>
      </p:sp>
      <p:sp>
        <p:nvSpPr>
          <p:cNvPr id="98" name="Picture Placeholder 13"/>
          <p:cNvSpPr>
            <a:spLocks noGrp="1"/>
          </p:cNvSpPr>
          <p:nvPr>
            <p:ph type="pic" sz="quarter" idx="133" hasCustomPrompt="1"/>
          </p:nvPr>
        </p:nvSpPr>
        <p:spPr>
          <a:xfrm>
            <a:off x="-9326880" y="25313640"/>
            <a:ext cx="7909559" cy="4840110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/>
        </p:spPr>
        <p:txBody>
          <a:bodyPr lIns="91436" tIns="45717" rIns="91436" bIns="45717" anchor="ctr"/>
          <a:lstStyle>
            <a:lvl1pPr marL="0" indent="0" algn="ctr">
              <a:buNone/>
              <a:defRPr sz="4000" b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PICTURE PLACEHOLDER</a:t>
            </a:r>
          </a:p>
        </p:txBody>
      </p:sp>
      <p:sp>
        <p:nvSpPr>
          <p:cNvPr id="112" name="Picture Placeholder 13"/>
          <p:cNvSpPr>
            <a:spLocks noGrp="1"/>
          </p:cNvSpPr>
          <p:nvPr>
            <p:ph type="pic" sz="quarter" idx="134" hasCustomPrompt="1"/>
          </p:nvPr>
        </p:nvSpPr>
        <p:spPr>
          <a:xfrm>
            <a:off x="-9326880" y="25313640"/>
            <a:ext cx="7909559" cy="4840110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/>
        </p:spPr>
        <p:txBody>
          <a:bodyPr lIns="91436" tIns="45717" rIns="91436" bIns="45717" anchor="ctr"/>
          <a:lstStyle>
            <a:lvl1pPr marL="0" indent="0" algn="ctr">
              <a:buNone/>
              <a:defRPr sz="4000" b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PICTURE PLACEHOLDER</a:t>
            </a:r>
          </a:p>
        </p:txBody>
      </p:sp>
      <p:sp>
        <p:nvSpPr>
          <p:cNvPr id="121" name="Picture Placeholder 13"/>
          <p:cNvSpPr>
            <a:spLocks noGrp="1"/>
          </p:cNvSpPr>
          <p:nvPr>
            <p:ph type="pic" sz="quarter" idx="135" hasCustomPrompt="1"/>
          </p:nvPr>
        </p:nvSpPr>
        <p:spPr>
          <a:xfrm>
            <a:off x="-9326880" y="25313640"/>
            <a:ext cx="7909559" cy="4840110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/>
        </p:spPr>
        <p:txBody>
          <a:bodyPr lIns="91436" tIns="45717" rIns="91436" bIns="45717" anchor="ctr"/>
          <a:lstStyle>
            <a:lvl1pPr marL="0" indent="0" algn="ctr">
              <a:buNone/>
              <a:defRPr sz="4000" b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PICTURE PLACEHOLDER</a:t>
            </a:r>
          </a:p>
        </p:txBody>
      </p:sp>
      <p:sp>
        <p:nvSpPr>
          <p:cNvPr id="62" name="Text Placeholder 5"/>
          <p:cNvSpPr>
            <a:spLocks noGrp="1"/>
          </p:cNvSpPr>
          <p:nvPr>
            <p:ph type="body" sz="quarter" idx="136" hasCustomPrompt="1"/>
          </p:nvPr>
        </p:nvSpPr>
        <p:spPr>
          <a:xfrm>
            <a:off x="-10408283" y="18288001"/>
            <a:ext cx="10050462" cy="754045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91436" tIns="91436" rIns="91436" bIns="91436" anchor="ctr" anchorCtr="0">
            <a:spAutoFit/>
          </a:bodyPr>
          <a:lstStyle>
            <a:lvl1pPr algn="ctr">
              <a:buNone/>
              <a:defRPr sz="37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63" name="Text Placeholder 5"/>
          <p:cNvSpPr>
            <a:spLocks noGrp="1"/>
          </p:cNvSpPr>
          <p:nvPr>
            <p:ph type="body" sz="quarter" idx="137" hasCustomPrompt="1"/>
          </p:nvPr>
        </p:nvSpPr>
        <p:spPr>
          <a:xfrm>
            <a:off x="-10408283" y="18288001"/>
            <a:ext cx="10050462" cy="754045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91436" tIns="91436" rIns="91436" bIns="91436" anchor="ctr" anchorCtr="0">
            <a:spAutoFit/>
          </a:bodyPr>
          <a:lstStyle>
            <a:lvl1pPr algn="ctr">
              <a:buNone/>
              <a:defRPr sz="37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64" name="Text Placeholder 5"/>
          <p:cNvSpPr>
            <a:spLocks noGrp="1"/>
          </p:cNvSpPr>
          <p:nvPr>
            <p:ph type="body" sz="quarter" idx="138" hasCustomPrompt="1"/>
          </p:nvPr>
        </p:nvSpPr>
        <p:spPr>
          <a:xfrm>
            <a:off x="-10408283" y="18288001"/>
            <a:ext cx="10050462" cy="754045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91436" tIns="91436" rIns="91436" bIns="91436" anchor="ctr" anchorCtr="0">
            <a:spAutoFit/>
          </a:bodyPr>
          <a:lstStyle>
            <a:lvl1pPr algn="ctr">
              <a:buNone/>
              <a:defRPr sz="37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65" name="Text Placeholder 5"/>
          <p:cNvSpPr>
            <a:spLocks noGrp="1"/>
          </p:cNvSpPr>
          <p:nvPr>
            <p:ph type="body" sz="quarter" idx="139" hasCustomPrompt="1"/>
          </p:nvPr>
        </p:nvSpPr>
        <p:spPr>
          <a:xfrm>
            <a:off x="-10408283" y="18288001"/>
            <a:ext cx="10050462" cy="754045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91436" tIns="91436" rIns="91436" bIns="91436" anchor="ctr" anchorCtr="0">
            <a:spAutoFit/>
          </a:bodyPr>
          <a:lstStyle>
            <a:lvl1pPr algn="ctr">
              <a:buNone/>
              <a:defRPr sz="37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66" name="Text Placeholder 5"/>
          <p:cNvSpPr>
            <a:spLocks noGrp="1"/>
          </p:cNvSpPr>
          <p:nvPr>
            <p:ph type="body" sz="quarter" idx="140" hasCustomPrompt="1"/>
          </p:nvPr>
        </p:nvSpPr>
        <p:spPr>
          <a:xfrm>
            <a:off x="-10408283" y="18288001"/>
            <a:ext cx="10050462" cy="754045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91436" tIns="91436" rIns="91436" bIns="91436" anchor="ctr" anchorCtr="0">
            <a:spAutoFit/>
          </a:bodyPr>
          <a:lstStyle>
            <a:lvl1pPr algn="ctr">
              <a:buNone/>
              <a:defRPr sz="37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67" name="Text Placeholder 5"/>
          <p:cNvSpPr>
            <a:spLocks noGrp="1"/>
          </p:cNvSpPr>
          <p:nvPr>
            <p:ph type="body" sz="quarter" idx="141" hasCustomPrompt="1"/>
          </p:nvPr>
        </p:nvSpPr>
        <p:spPr>
          <a:xfrm>
            <a:off x="-10408283" y="18288001"/>
            <a:ext cx="10050462" cy="754045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91436" tIns="91436" rIns="91436" bIns="91436" anchor="ctr" anchorCtr="0">
            <a:spAutoFit/>
          </a:bodyPr>
          <a:lstStyle>
            <a:lvl1pPr algn="ctr">
              <a:buNone/>
              <a:defRPr sz="37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68" name="Text Placeholder 5"/>
          <p:cNvSpPr>
            <a:spLocks noGrp="1"/>
          </p:cNvSpPr>
          <p:nvPr>
            <p:ph type="body" sz="quarter" idx="142" hasCustomPrompt="1"/>
          </p:nvPr>
        </p:nvSpPr>
        <p:spPr>
          <a:xfrm>
            <a:off x="-10408283" y="18288001"/>
            <a:ext cx="10050462" cy="754045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91436" tIns="91436" rIns="91436" bIns="91436" anchor="ctr" anchorCtr="0">
            <a:spAutoFit/>
          </a:bodyPr>
          <a:lstStyle>
            <a:lvl1pPr algn="ctr">
              <a:buNone/>
              <a:defRPr sz="37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69" name="Text Placeholder 5"/>
          <p:cNvSpPr>
            <a:spLocks noGrp="1"/>
          </p:cNvSpPr>
          <p:nvPr>
            <p:ph type="body" sz="quarter" idx="143" hasCustomPrompt="1"/>
          </p:nvPr>
        </p:nvSpPr>
        <p:spPr>
          <a:xfrm>
            <a:off x="-10408283" y="18288001"/>
            <a:ext cx="10050462" cy="754045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91436" tIns="91436" rIns="91436" bIns="91436" anchor="ctr" anchorCtr="0">
            <a:spAutoFit/>
          </a:bodyPr>
          <a:lstStyle>
            <a:lvl1pPr algn="ctr">
              <a:buNone/>
              <a:defRPr sz="37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70" name="Text Placeholder 5"/>
          <p:cNvSpPr>
            <a:spLocks noGrp="1"/>
          </p:cNvSpPr>
          <p:nvPr>
            <p:ph type="body" sz="quarter" idx="144" hasCustomPrompt="1"/>
          </p:nvPr>
        </p:nvSpPr>
        <p:spPr>
          <a:xfrm>
            <a:off x="-10408283" y="18288001"/>
            <a:ext cx="10050462" cy="754045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91436" tIns="91436" rIns="91436" bIns="91436" anchor="ctr" anchorCtr="0">
            <a:spAutoFit/>
          </a:bodyPr>
          <a:lstStyle>
            <a:lvl1pPr algn="ctr">
              <a:buNone/>
              <a:defRPr sz="37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71" name="Text Placeholder 5"/>
          <p:cNvSpPr>
            <a:spLocks noGrp="1"/>
          </p:cNvSpPr>
          <p:nvPr>
            <p:ph type="body" sz="quarter" idx="145" hasCustomPrompt="1"/>
          </p:nvPr>
        </p:nvSpPr>
        <p:spPr>
          <a:xfrm>
            <a:off x="-10408283" y="18288001"/>
            <a:ext cx="10050462" cy="754045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91436" tIns="91436" rIns="91436" bIns="91436" anchor="ctr" anchorCtr="0">
            <a:spAutoFit/>
          </a:bodyPr>
          <a:lstStyle>
            <a:lvl1pPr algn="ctr">
              <a:buNone/>
              <a:defRPr sz="37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72" name="Text Placeholder 5"/>
          <p:cNvSpPr>
            <a:spLocks noGrp="1"/>
          </p:cNvSpPr>
          <p:nvPr>
            <p:ph type="body" sz="quarter" idx="146" hasCustomPrompt="1"/>
          </p:nvPr>
        </p:nvSpPr>
        <p:spPr>
          <a:xfrm>
            <a:off x="-10408283" y="18288001"/>
            <a:ext cx="10050462" cy="754045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91436" tIns="91436" rIns="91436" bIns="91436" anchor="ctr" anchorCtr="0">
            <a:spAutoFit/>
          </a:bodyPr>
          <a:lstStyle>
            <a:lvl1pPr algn="ctr">
              <a:buNone/>
              <a:defRPr sz="37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73" name="Text Placeholder 5"/>
          <p:cNvSpPr>
            <a:spLocks noGrp="1"/>
          </p:cNvSpPr>
          <p:nvPr>
            <p:ph type="body" sz="quarter" idx="147" hasCustomPrompt="1"/>
          </p:nvPr>
        </p:nvSpPr>
        <p:spPr>
          <a:xfrm>
            <a:off x="-10408283" y="18288001"/>
            <a:ext cx="10050462" cy="754045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91436" tIns="91436" rIns="91436" bIns="91436" anchor="ctr" anchorCtr="0">
            <a:spAutoFit/>
          </a:bodyPr>
          <a:lstStyle>
            <a:lvl1pPr algn="ctr">
              <a:buNone/>
              <a:defRPr sz="37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74" name="Text Placeholder 5"/>
          <p:cNvSpPr>
            <a:spLocks noGrp="1"/>
          </p:cNvSpPr>
          <p:nvPr>
            <p:ph type="body" sz="quarter" idx="148" hasCustomPrompt="1"/>
          </p:nvPr>
        </p:nvSpPr>
        <p:spPr>
          <a:xfrm>
            <a:off x="-10408283" y="18288001"/>
            <a:ext cx="10050462" cy="754045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91436" tIns="91436" rIns="91436" bIns="91436" anchor="ctr" anchorCtr="0">
            <a:spAutoFit/>
          </a:bodyPr>
          <a:lstStyle>
            <a:lvl1pPr algn="ctr">
              <a:buNone/>
              <a:defRPr sz="37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75" name="Text Placeholder 5"/>
          <p:cNvSpPr>
            <a:spLocks noGrp="1"/>
          </p:cNvSpPr>
          <p:nvPr>
            <p:ph type="body" sz="quarter" idx="149" hasCustomPrompt="1"/>
          </p:nvPr>
        </p:nvSpPr>
        <p:spPr>
          <a:xfrm>
            <a:off x="-10408283" y="18288001"/>
            <a:ext cx="10050462" cy="754045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91436" tIns="91436" rIns="91436" bIns="91436" anchor="ctr" anchorCtr="0">
            <a:spAutoFit/>
          </a:bodyPr>
          <a:lstStyle>
            <a:lvl1pPr algn="ctr">
              <a:buNone/>
              <a:defRPr sz="37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77" name="Text Placeholder 76"/>
          <p:cNvSpPr>
            <a:spLocks noGrp="1"/>
          </p:cNvSpPr>
          <p:nvPr>
            <p:ph type="body" sz="quarter" idx="150" hasCustomPrompt="1"/>
          </p:nvPr>
        </p:nvSpPr>
        <p:spPr>
          <a:xfrm>
            <a:off x="5932593" y="3185162"/>
            <a:ext cx="31998968" cy="1280160"/>
          </a:xfrm>
          <a:prstGeom prst="rect">
            <a:avLst/>
          </a:prstGeom>
        </p:spPr>
        <p:txBody>
          <a:bodyPr/>
          <a:lstStyle>
            <a:lvl1pPr algn="ctr">
              <a:buFontTx/>
              <a:buNone/>
              <a:defRPr sz="5400">
                <a:solidFill>
                  <a:schemeClr val="bg1"/>
                </a:solidFill>
              </a:defRPr>
            </a:lvl1pPr>
            <a:lvl2pPr>
              <a:buFontTx/>
              <a:buNone/>
              <a:defRPr sz="7200"/>
            </a:lvl2pPr>
            <a:lvl3pPr>
              <a:buFontTx/>
              <a:buNone/>
              <a:defRPr sz="7200"/>
            </a:lvl3pPr>
            <a:lvl4pPr>
              <a:buFontTx/>
              <a:buNone/>
              <a:defRPr sz="7200"/>
            </a:lvl4pPr>
            <a:lvl5pPr>
              <a:buFontTx/>
              <a:buNone/>
              <a:defRPr sz="7200"/>
            </a:lvl5pPr>
          </a:lstStyle>
          <a:p>
            <a:pPr lvl="0"/>
            <a:r>
              <a:rPr lang="en-US" dirty="0"/>
              <a:t>Click here to add authors</a:t>
            </a:r>
          </a:p>
        </p:txBody>
      </p:sp>
      <p:sp>
        <p:nvSpPr>
          <p:cNvPr id="78" name="Text Placeholder 76"/>
          <p:cNvSpPr>
            <a:spLocks noGrp="1"/>
          </p:cNvSpPr>
          <p:nvPr>
            <p:ph type="body" sz="quarter" idx="151" hasCustomPrompt="1"/>
          </p:nvPr>
        </p:nvSpPr>
        <p:spPr>
          <a:xfrm>
            <a:off x="5932593" y="1905002"/>
            <a:ext cx="31998968" cy="1280160"/>
          </a:xfrm>
          <a:prstGeom prst="rect">
            <a:avLst/>
          </a:prstGeom>
        </p:spPr>
        <p:txBody>
          <a:bodyPr/>
          <a:lstStyle>
            <a:lvl1pPr algn="ctr">
              <a:buFontTx/>
              <a:buNone/>
              <a:defRPr sz="7200">
                <a:solidFill>
                  <a:schemeClr val="bg1"/>
                </a:solidFill>
              </a:defRPr>
            </a:lvl1pPr>
            <a:lvl2pPr>
              <a:buFontTx/>
              <a:buNone/>
              <a:defRPr sz="7200"/>
            </a:lvl2pPr>
            <a:lvl3pPr>
              <a:buFontTx/>
              <a:buNone/>
              <a:defRPr sz="7200"/>
            </a:lvl3pPr>
            <a:lvl4pPr>
              <a:buFontTx/>
              <a:buNone/>
              <a:defRPr sz="7200"/>
            </a:lvl4pPr>
            <a:lvl5pPr>
              <a:buFontTx/>
              <a:buNone/>
              <a:defRPr sz="7200"/>
            </a:lvl5pPr>
          </a:lstStyle>
          <a:p>
            <a:pPr lvl="0"/>
            <a:r>
              <a:rPr lang="en-US" dirty="0"/>
              <a:t>Click here to add authors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904186" y="6004405"/>
            <a:ext cx="13591277" cy="846363"/>
          </a:xfrm>
          <a:prstGeom prst="rect">
            <a:avLst/>
          </a:prstGeom>
        </p:spPr>
        <p:txBody>
          <a:bodyPr wrap="square" lIns="228589" tIns="228589" rIns="228589" bIns="228589">
            <a:spAutoFit/>
          </a:bodyPr>
          <a:lstStyle>
            <a:lvl1pPr marL="342883" indent="-342883">
              <a:buNone/>
              <a:defRPr sz="2500">
                <a:latin typeface="Trebuchet MS" pitchFamily="34" charset="0"/>
              </a:defRPr>
            </a:lvl1pPr>
            <a:lvl2pPr marL="1485825" indent="-571471">
              <a:defRPr sz="2500">
                <a:latin typeface="Trebuchet MS" pitchFamily="34" charset="0"/>
              </a:defRPr>
            </a:lvl2pPr>
            <a:lvl3pPr marL="2057297" indent="-571471">
              <a:defRPr sz="2500">
                <a:latin typeface="Trebuchet MS" pitchFamily="34" charset="0"/>
              </a:defRPr>
            </a:lvl3pPr>
            <a:lvl4pPr marL="2685916" indent="-628619">
              <a:defRPr sz="2500">
                <a:latin typeface="Trebuchet MS" pitchFamily="34" charset="0"/>
              </a:defRPr>
            </a:lvl4pPr>
            <a:lvl5pPr marL="3143093" indent="-457177">
              <a:defRPr sz="25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Type in or paste your text here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922338" y="5265739"/>
            <a:ext cx="13573126" cy="754045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91436" tIns="91436" rIns="91436" bIns="91436" anchor="ctr" anchorCtr="0">
            <a:spAutoFit/>
          </a:bodyPr>
          <a:lstStyle>
            <a:lvl1pPr algn="ctr">
              <a:buNone/>
              <a:defRPr sz="37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(click to add) INTRODUCTION or ABSTRACT</a:t>
            </a:r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5" hasCustomPrompt="1"/>
          </p:nvPr>
        </p:nvSpPr>
        <p:spPr>
          <a:xfrm>
            <a:off x="914400" y="1143000"/>
            <a:ext cx="4419600" cy="2514600"/>
          </a:xfrm>
          <a:prstGeom prst="rect">
            <a:avLst/>
          </a:prstGeom>
        </p:spPr>
        <p:txBody>
          <a:bodyPr lIns="91436" tIns="45717" rIns="91436" bIns="45717" anchor="ctr"/>
          <a:lstStyle>
            <a:lvl1pPr algn="ctr">
              <a:buNone/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18" name="Picture Placeholder 13"/>
          <p:cNvSpPr>
            <a:spLocks noGrp="1"/>
          </p:cNvSpPr>
          <p:nvPr>
            <p:ph type="pic" sz="quarter" idx="18" hasCustomPrompt="1"/>
          </p:nvPr>
        </p:nvSpPr>
        <p:spPr>
          <a:xfrm>
            <a:off x="38557200" y="1219200"/>
            <a:ext cx="4419600" cy="2514600"/>
          </a:xfrm>
          <a:prstGeom prst="rect">
            <a:avLst/>
          </a:prstGeom>
        </p:spPr>
        <p:txBody>
          <a:bodyPr lIns="91436" tIns="45717" rIns="91436" bIns="45717" anchor="ctr"/>
          <a:lstStyle>
            <a:lvl1pPr algn="ctr">
              <a:buNone/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quarter" idx="19" hasCustomPrompt="1"/>
          </p:nvPr>
        </p:nvSpPr>
        <p:spPr>
          <a:xfrm>
            <a:off x="922338" y="17949530"/>
            <a:ext cx="13592864" cy="846363"/>
          </a:xfrm>
          <a:prstGeom prst="rect">
            <a:avLst/>
          </a:prstGeom>
        </p:spPr>
        <p:txBody>
          <a:bodyPr wrap="square" lIns="228589" tIns="228589" rIns="228589" bIns="228589">
            <a:spAutoFit/>
          </a:bodyPr>
          <a:lstStyle>
            <a:lvl1pPr marL="342883" indent="-342883">
              <a:buNone/>
              <a:defRPr sz="2500">
                <a:latin typeface="Trebuchet MS" pitchFamily="34" charset="0"/>
              </a:defRPr>
            </a:lvl1pPr>
            <a:lvl2pPr marL="1485825" indent="-571471">
              <a:defRPr sz="2500">
                <a:latin typeface="Trebuchet MS" pitchFamily="34" charset="0"/>
              </a:defRPr>
            </a:lvl2pPr>
            <a:lvl3pPr marL="2057297" indent="-571471">
              <a:defRPr sz="2500">
                <a:latin typeface="Trebuchet MS" pitchFamily="34" charset="0"/>
              </a:defRPr>
            </a:lvl3pPr>
            <a:lvl4pPr marL="2685916" indent="-628619">
              <a:defRPr sz="2500">
                <a:latin typeface="Trebuchet MS" pitchFamily="34" charset="0"/>
              </a:defRPr>
            </a:lvl4pPr>
            <a:lvl5pPr marL="3143093" indent="-457177">
              <a:defRPr sz="25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Type in or paste your text here</a:t>
            </a:r>
          </a:p>
        </p:txBody>
      </p:sp>
      <p:sp>
        <p:nvSpPr>
          <p:cNvPr id="20" name="Text Placeholder 5"/>
          <p:cNvSpPr>
            <a:spLocks noGrp="1"/>
          </p:cNvSpPr>
          <p:nvPr>
            <p:ph type="body" sz="quarter" idx="20" hasCustomPrompt="1"/>
          </p:nvPr>
        </p:nvSpPr>
        <p:spPr>
          <a:xfrm>
            <a:off x="942080" y="17242973"/>
            <a:ext cx="13573125" cy="754045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91436" tIns="91436" rIns="91436" bIns="91436" anchor="ctr" anchorCtr="0">
            <a:spAutoFit/>
          </a:bodyPr>
          <a:lstStyle>
            <a:lvl1pPr algn="ctr">
              <a:buNone/>
              <a:defRPr sz="37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(click to add)  OBJECTIVES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quarter" idx="21" hasCustomPrompt="1"/>
          </p:nvPr>
        </p:nvSpPr>
        <p:spPr>
          <a:xfrm>
            <a:off x="15154276" y="21304135"/>
            <a:ext cx="13571534" cy="846363"/>
          </a:xfrm>
          <a:prstGeom prst="rect">
            <a:avLst/>
          </a:prstGeom>
        </p:spPr>
        <p:txBody>
          <a:bodyPr wrap="square" lIns="228589" tIns="228589" rIns="228589" bIns="228589">
            <a:spAutoFit/>
          </a:bodyPr>
          <a:lstStyle>
            <a:lvl1pPr marL="342883" indent="-342883">
              <a:buNone/>
              <a:defRPr sz="2500">
                <a:latin typeface="Trebuchet MS" pitchFamily="34" charset="0"/>
              </a:defRPr>
            </a:lvl1pPr>
            <a:lvl2pPr marL="1485825" indent="-571471">
              <a:defRPr sz="2500">
                <a:latin typeface="Trebuchet MS" pitchFamily="34" charset="0"/>
              </a:defRPr>
            </a:lvl2pPr>
            <a:lvl3pPr marL="2057297" indent="-571471">
              <a:defRPr sz="2500">
                <a:latin typeface="Trebuchet MS" pitchFamily="34" charset="0"/>
              </a:defRPr>
            </a:lvl3pPr>
            <a:lvl4pPr marL="2685916" indent="-628619">
              <a:defRPr sz="2500">
                <a:latin typeface="Trebuchet MS" pitchFamily="34" charset="0"/>
              </a:defRPr>
            </a:lvl4pPr>
            <a:lvl5pPr marL="3143093" indent="-457177">
              <a:defRPr sz="25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Type in or paste your text here</a:t>
            </a:r>
          </a:p>
        </p:txBody>
      </p:sp>
      <p:sp>
        <p:nvSpPr>
          <p:cNvPr id="22" name="Text Placeholder 5"/>
          <p:cNvSpPr>
            <a:spLocks noGrp="1"/>
          </p:cNvSpPr>
          <p:nvPr>
            <p:ph type="body" sz="quarter" idx="22" hasCustomPrompt="1"/>
          </p:nvPr>
        </p:nvSpPr>
        <p:spPr>
          <a:xfrm>
            <a:off x="15154276" y="20573407"/>
            <a:ext cx="13571534" cy="754045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91436" tIns="91436" rIns="91436" bIns="91436" anchor="ctr" anchorCtr="0">
            <a:spAutoFit/>
          </a:bodyPr>
          <a:lstStyle>
            <a:lvl1pPr algn="ctr">
              <a:buNone/>
              <a:defRPr sz="37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(click to add)  MATERIALS &amp; METHODS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quarter" idx="23" hasCustomPrompt="1"/>
          </p:nvPr>
        </p:nvSpPr>
        <p:spPr>
          <a:xfrm>
            <a:off x="15162215" y="6012343"/>
            <a:ext cx="13571534" cy="846363"/>
          </a:xfrm>
          <a:prstGeom prst="rect">
            <a:avLst/>
          </a:prstGeom>
        </p:spPr>
        <p:txBody>
          <a:bodyPr wrap="square" lIns="228589" tIns="228589" rIns="228589" bIns="228589">
            <a:spAutoFit/>
          </a:bodyPr>
          <a:lstStyle>
            <a:lvl1pPr marL="342883" indent="-342883">
              <a:buNone/>
              <a:defRPr sz="2500">
                <a:latin typeface="Trebuchet MS" pitchFamily="34" charset="0"/>
              </a:defRPr>
            </a:lvl1pPr>
            <a:lvl2pPr marL="1485825" indent="-571471">
              <a:defRPr sz="2500">
                <a:latin typeface="Trebuchet MS" pitchFamily="34" charset="0"/>
              </a:defRPr>
            </a:lvl2pPr>
            <a:lvl3pPr marL="2057297" indent="-571471">
              <a:defRPr sz="2500">
                <a:latin typeface="Trebuchet MS" pitchFamily="34" charset="0"/>
              </a:defRPr>
            </a:lvl3pPr>
            <a:lvl4pPr marL="2685916" indent="-628619">
              <a:defRPr sz="2500">
                <a:latin typeface="Trebuchet MS" pitchFamily="34" charset="0"/>
              </a:defRPr>
            </a:lvl4pPr>
            <a:lvl5pPr marL="3143093" indent="-457177">
              <a:defRPr sz="25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Type in or paste your text here</a:t>
            </a:r>
          </a:p>
        </p:txBody>
      </p:sp>
      <p:sp>
        <p:nvSpPr>
          <p:cNvPr id="24" name="Text Placeholder 5"/>
          <p:cNvSpPr>
            <a:spLocks noGrp="1"/>
          </p:cNvSpPr>
          <p:nvPr>
            <p:ph type="body" sz="quarter" idx="24" hasCustomPrompt="1"/>
          </p:nvPr>
        </p:nvSpPr>
        <p:spPr>
          <a:xfrm>
            <a:off x="15154277" y="5265739"/>
            <a:ext cx="13579475" cy="754045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91436" tIns="91436" rIns="91436" bIns="91436" anchor="ctr" anchorCtr="0">
            <a:spAutoFit/>
          </a:bodyPr>
          <a:lstStyle>
            <a:lvl1pPr algn="ctr">
              <a:buNone/>
              <a:defRPr sz="37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(click to add)  RESULTS</a:t>
            </a:r>
          </a:p>
        </p:txBody>
      </p:sp>
      <p:sp>
        <p:nvSpPr>
          <p:cNvPr id="25" name="Text Placeholder 5"/>
          <p:cNvSpPr>
            <a:spLocks noGrp="1"/>
          </p:cNvSpPr>
          <p:nvPr>
            <p:ph type="body" sz="quarter" idx="25" hasCustomPrompt="1"/>
          </p:nvPr>
        </p:nvSpPr>
        <p:spPr>
          <a:xfrm>
            <a:off x="29395741" y="5265739"/>
            <a:ext cx="13576029" cy="754045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91436" tIns="91436" rIns="91436" bIns="91436" anchor="ctr" anchorCtr="0">
            <a:spAutoFit/>
          </a:bodyPr>
          <a:lstStyle>
            <a:lvl1pPr algn="ctr">
              <a:buNone/>
              <a:defRPr sz="37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(click to add)  CONCLUSIONS</a:t>
            </a:r>
          </a:p>
        </p:txBody>
      </p:sp>
      <p:sp>
        <p:nvSpPr>
          <p:cNvPr id="26" name="Text Placeholder 3"/>
          <p:cNvSpPr>
            <a:spLocks noGrp="1"/>
          </p:cNvSpPr>
          <p:nvPr>
            <p:ph type="body" sz="quarter" idx="26" hasCustomPrompt="1"/>
          </p:nvPr>
        </p:nvSpPr>
        <p:spPr>
          <a:xfrm>
            <a:off x="29395741" y="6004405"/>
            <a:ext cx="13576029" cy="846363"/>
          </a:xfrm>
          <a:prstGeom prst="rect">
            <a:avLst/>
          </a:prstGeom>
        </p:spPr>
        <p:txBody>
          <a:bodyPr wrap="square" lIns="228589" tIns="228589" rIns="228589" bIns="228589">
            <a:spAutoFit/>
          </a:bodyPr>
          <a:lstStyle>
            <a:lvl1pPr marL="342883" indent="-342883">
              <a:buNone/>
              <a:defRPr sz="2500">
                <a:latin typeface="Trebuchet MS" pitchFamily="34" charset="0"/>
              </a:defRPr>
            </a:lvl1pPr>
            <a:lvl2pPr marL="1485825" indent="-571471">
              <a:defRPr sz="2500">
                <a:latin typeface="Trebuchet MS" pitchFamily="34" charset="0"/>
              </a:defRPr>
            </a:lvl2pPr>
            <a:lvl3pPr marL="2057297" indent="-571471">
              <a:defRPr sz="2500">
                <a:latin typeface="Trebuchet MS" pitchFamily="34" charset="0"/>
              </a:defRPr>
            </a:lvl3pPr>
            <a:lvl4pPr marL="2685916" indent="-628619">
              <a:defRPr sz="2500">
                <a:latin typeface="Trebuchet MS" pitchFamily="34" charset="0"/>
              </a:defRPr>
            </a:lvl4pPr>
            <a:lvl5pPr marL="3143093" indent="-457177">
              <a:defRPr sz="25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Type in or paste your text here</a:t>
            </a:r>
          </a:p>
        </p:txBody>
      </p:sp>
      <p:sp>
        <p:nvSpPr>
          <p:cNvPr id="27" name="Text Placeholder 5"/>
          <p:cNvSpPr>
            <a:spLocks noGrp="1"/>
          </p:cNvSpPr>
          <p:nvPr>
            <p:ph type="body" sz="quarter" idx="27" hasCustomPrompt="1"/>
          </p:nvPr>
        </p:nvSpPr>
        <p:spPr>
          <a:xfrm>
            <a:off x="29395741" y="17210866"/>
            <a:ext cx="13576029" cy="754045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91436" tIns="91436" rIns="91436" bIns="91436" anchor="ctr" anchorCtr="0">
            <a:spAutoFit/>
          </a:bodyPr>
          <a:lstStyle>
            <a:lvl1pPr algn="ctr">
              <a:buNone/>
              <a:defRPr sz="37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(click to add)  REFERENCES</a:t>
            </a:r>
          </a:p>
        </p:txBody>
      </p:sp>
      <p:sp>
        <p:nvSpPr>
          <p:cNvPr id="28" name="Text Placeholder 3"/>
          <p:cNvSpPr>
            <a:spLocks noGrp="1"/>
          </p:cNvSpPr>
          <p:nvPr>
            <p:ph type="body" sz="quarter" idx="28" hasCustomPrompt="1"/>
          </p:nvPr>
        </p:nvSpPr>
        <p:spPr>
          <a:xfrm>
            <a:off x="29390710" y="17949530"/>
            <a:ext cx="13581061" cy="846363"/>
          </a:xfrm>
          <a:prstGeom prst="rect">
            <a:avLst/>
          </a:prstGeom>
        </p:spPr>
        <p:txBody>
          <a:bodyPr wrap="square" lIns="228589" tIns="228589" rIns="228589" bIns="228589">
            <a:spAutoFit/>
          </a:bodyPr>
          <a:lstStyle>
            <a:lvl1pPr marL="342883" indent="-342883">
              <a:buNone/>
              <a:defRPr sz="2500">
                <a:latin typeface="Trebuchet MS" pitchFamily="34" charset="0"/>
              </a:defRPr>
            </a:lvl1pPr>
            <a:lvl2pPr marL="1485825" indent="-571471">
              <a:defRPr sz="2500">
                <a:latin typeface="Trebuchet MS" pitchFamily="34" charset="0"/>
              </a:defRPr>
            </a:lvl2pPr>
            <a:lvl3pPr marL="2057297" indent="-571471">
              <a:defRPr sz="2500">
                <a:latin typeface="Trebuchet MS" pitchFamily="34" charset="0"/>
              </a:defRPr>
            </a:lvl3pPr>
            <a:lvl4pPr marL="2685916" indent="-628619">
              <a:defRPr sz="2500">
                <a:latin typeface="Trebuchet MS" pitchFamily="34" charset="0"/>
              </a:defRPr>
            </a:lvl4pPr>
            <a:lvl5pPr marL="3143093" indent="-457177">
              <a:defRPr sz="25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Type in or paste your text here</a:t>
            </a:r>
          </a:p>
        </p:txBody>
      </p:sp>
      <p:sp>
        <p:nvSpPr>
          <p:cNvPr id="29" name="Text Placeholder 5"/>
          <p:cNvSpPr>
            <a:spLocks noGrp="1"/>
          </p:cNvSpPr>
          <p:nvPr>
            <p:ph type="body" sz="quarter" idx="29" hasCustomPrompt="1"/>
          </p:nvPr>
        </p:nvSpPr>
        <p:spPr>
          <a:xfrm>
            <a:off x="29395741" y="25679401"/>
            <a:ext cx="13576029" cy="754045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91436" tIns="91436" rIns="91436" bIns="91436" anchor="ctr" anchorCtr="0">
            <a:spAutoFit/>
          </a:bodyPr>
          <a:lstStyle>
            <a:lvl1pPr algn="ctr">
              <a:buNone/>
              <a:defRPr sz="37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(click to add)  ACKNOWLEDGEMENTS  or  CONTACT</a:t>
            </a:r>
          </a:p>
        </p:txBody>
      </p:sp>
      <p:sp>
        <p:nvSpPr>
          <p:cNvPr id="30" name="Text Placeholder 3"/>
          <p:cNvSpPr>
            <a:spLocks noGrp="1"/>
          </p:cNvSpPr>
          <p:nvPr>
            <p:ph type="body" sz="quarter" idx="30" hasCustomPrompt="1"/>
          </p:nvPr>
        </p:nvSpPr>
        <p:spPr>
          <a:xfrm>
            <a:off x="29395742" y="26418067"/>
            <a:ext cx="13581061" cy="846363"/>
          </a:xfrm>
          <a:prstGeom prst="rect">
            <a:avLst/>
          </a:prstGeom>
        </p:spPr>
        <p:txBody>
          <a:bodyPr wrap="square" lIns="228589" tIns="228589" rIns="228589" bIns="228589">
            <a:spAutoFit/>
          </a:bodyPr>
          <a:lstStyle>
            <a:lvl1pPr marL="342883" indent="-342883">
              <a:buNone/>
              <a:defRPr sz="2500">
                <a:latin typeface="Trebuchet MS" pitchFamily="34" charset="0"/>
              </a:defRPr>
            </a:lvl1pPr>
            <a:lvl2pPr marL="1485825" indent="-571471">
              <a:defRPr sz="2500">
                <a:latin typeface="Trebuchet MS" pitchFamily="34" charset="0"/>
              </a:defRPr>
            </a:lvl2pPr>
            <a:lvl3pPr marL="2057297" indent="-571471">
              <a:defRPr sz="2500">
                <a:latin typeface="Trebuchet MS" pitchFamily="34" charset="0"/>
              </a:defRPr>
            </a:lvl3pPr>
            <a:lvl4pPr marL="2685916" indent="-628619">
              <a:defRPr sz="2500">
                <a:latin typeface="Trebuchet MS" pitchFamily="34" charset="0"/>
              </a:defRPr>
            </a:lvl4pPr>
            <a:lvl5pPr marL="3143093" indent="-457177">
              <a:defRPr sz="25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Type in or paste your text here</a:t>
            </a:r>
          </a:p>
        </p:txBody>
      </p:sp>
      <p:sp>
        <p:nvSpPr>
          <p:cNvPr id="58" name="Title 1"/>
          <p:cNvSpPr>
            <a:spLocks noGrp="1"/>
          </p:cNvSpPr>
          <p:nvPr>
            <p:ph type="title" hasCustomPrompt="1"/>
          </p:nvPr>
        </p:nvSpPr>
        <p:spPr>
          <a:xfrm>
            <a:off x="5932593" y="457202"/>
            <a:ext cx="32009976" cy="1447800"/>
          </a:xfrm>
          <a:prstGeom prst="rect">
            <a:avLst/>
          </a:prstGeom>
        </p:spPr>
        <p:txBody>
          <a:bodyPr lIns="91436" tIns="45717" rIns="91436" bIns="45717" anchor="ctr" anchorCtr="0"/>
          <a:lstStyle>
            <a:lvl1pPr>
              <a:defRPr b="1"/>
            </a:lvl1pPr>
          </a:lstStyle>
          <a:p>
            <a:r>
              <a:rPr lang="en-US" dirty="0"/>
              <a:t>Click here to add the poster title</a:t>
            </a:r>
          </a:p>
        </p:txBody>
      </p:sp>
      <p:sp>
        <p:nvSpPr>
          <p:cNvPr id="59" name="Text Placeholder 76"/>
          <p:cNvSpPr>
            <a:spLocks noGrp="1"/>
          </p:cNvSpPr>
          <p:nvPr>
            <p:ph type="body" sz="quarter" idx="150" hasCustomPrompt="1"/>
          </p:nvPr>
        </p:nvSpPr>
        <p:spPr>
          <a:xfrm>
            <a:off x="5932593" y="3185162"/>
            <a:ext cx="31998968" cy="1280160"/>
          </a:xfrm>
          <a:prstGeom prst="rect">
            <a:avLst/>
          </a:prstGeom>
        </p:spPr>
        <p:txBody>
          <a:bodyPr/>
          <a:lstStyle>
            <a:lvl1pPr algn="ctr">
              <a:buFontTx/>
              <a:buNone/>
              <a:defRPr sz="5400">
                <a:solidFill>
                  <a:schemeClr val="bg1"/>
                </a:solidFill>
              </a:defRPr>
            </a:lvl1pPr>
            <a:lvl2pPr>
              <a:buFontTx/>
              <a:buNone/>
              <a:defRPr sz="7200"/>
            </a:lvl2pPr>
            <a:lvl3pPr>
              <a:buFontTx/>
              <a:buNone/>
              <a:defRPr sz="7200"/>
            </a:lvl3pPr>
            <a:lvl4pPr>
              <a:buFontTx/>
              <a:buNone/>
              <a:defRPr sz="7200"/>
            </a:lvl4pPr>
            <a:lvl5pPr>
              <a:buFontTx/>
              <a:buNone/>
              <a:defRPr sz="7200"/>
            </a:lvl5pPr>
          </a:lstStyle>
          <a:p>
            <a:pPr lvl="0"/>
            <a:r>
              <a:rPr lang="en-US" dirty="0"/>
              <a:t>Click here to add authors</a:t>
            </a:r>
          </a:p>
        </p:txBody>
      </p:sp>
      <p:sp>
        <p:nvSpPr>
          <p:cNvPr id="62" name="Text Placeholder 76"/>
          <p:cNvSpPr>
            <a:spLocks noGrp="1"/>
          </p:cNvSpPr>
          <p:nvPr>
            <p:ph type="body" sz="quarter" idx="151" hasCustomPrompt="1"/>
          </p:nvPr>
        </p:nvSpPr>
        <p:spPr>
          <a:xfrm>
            <a:off x="5932593" y="1905002"/>
            <a:ext cx="31998968" cy="1280160"/>
          </a:xfrm>
          <a:prstGeom prst="rect">
            <a:avLst/>
          </a:prstGeom>
        </p:spPr>
        <p:txBody>
          <a:bodyPr/>
          <a:lstStyle>
            <a:lvl1pPr algn="ctr">
              <a:buFontTx/>
              <a:buNone/>
              <a:defRPr sz="7200">
                <a:solidFill>
                  <a:schemeClr val="bg1"/>
                </a:solidFill>
              </a:defRPr>
            </a:lvl1pPr>
            <a:lvl2pPr>
              <a:buFontTx/>
              <a:buNone/>
              <a:defRPr sz="7200"/>
            </a:lvl2pPr>
            <a:lvl3pPr>
              <a:buFontTx/>
              <a:buNone/>
              <a:defRPr sz="7200"/>
            </a:lvl3pPr>
            <a:lvl4pPr>
              <a:buFontTx/>
              <a:buNone/>
              <a:defRPr sz="7200"/>
            </a:lvl4pPr>
            <a:lvl5pPr>
              <a:buFontTx/>
              <a:buNone/>
              <a:defRPr sz="7200"/>
            </a:lvl5pPr>
          </a:lstStyle>
          <a:p>
            <a:pPr lvl="0"/>
            <a:r>
              <a:rPr lang="en-US" dirty="0"/>
              <a:t>Click here to add authors</a:t>
            </a:r>
          </a:p>
        </p:txBody>
      </p:sp>
      <p:sp>
        <p:nvSpPr>
          <p:cNvPr id="71" name="Text Placeholder 5"/>
          <p:cNvSpPr>
            <a:spLocks noGrp="1"/>
          </p:cNvSpPr>
          <p:nvPr>
            <p:ph type="body" sz="quarter" idx="95" hasCustomPrompt="1"/>
          </p:nvPr>
        </p:nvSpPr>
        <p:spPr>
          <a:xfrm>
            <a:off x="-10408283" y="18288001"/>
            <a:ext cx="10050462" cy="754045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91436" tIns="91436" rIns="91436" bIns="91436" anchor="ctr" anchorCtr="0">
            <a:spAutoFit/>
          </a:bodyPr>
          <a:lstStyle>
            <a:lvl1pPr algn="ctr">
              <a:buNone/>
              <a:defRPr sz="37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72" name="Text Placeholder 3"/>
          <p:cNvSpPr>
            <a:spLocks noGrp="1"/>
          </p:cNvSpPr>
          <p:nvPr>
            <p:ph type="body" sz="quarter" idx="107" hasCustomPrompt="1"/>
          </p:nvPr>
        </p:nvSpPr>
        <p:spPr>
          <a:xfrm>
            <a:off x="-10408283" y="21259801"/>
            <a:ext cx="10056813" cy="846363"/>
          </a:xfrm>
          <a:prstGeom prst="rect">
            <a:avLst/>
          </a:prstGeom>
        </p:spPr>
        <p:txBody>
          <a:bodyPr wrap="square" lIns="228589" tIns="228589" rIns="228589" bIns="228589">
            <a:spAutoFit/>
          </a:bodyPr>
          <a:lstStyle>
            <a:lvl1pPr marL="0" indent="0">
              <a:buNone/>
              <a:defRPr sz="2500" baseline="0">
                <a:latin typeface="Trebuchet MS" pitchFamily="34" charset="0"/>
              </a:defRPr>
            </a:lvl1pPr>
            <a:lvl2pPr marL="1485825" indent="-571471">
              <a:defRPr sz="2500">
                <a:latin typeface="Trebuchet MS" pitchFamily="34" charset="0"/>
              </a:defRPr>
            </a:lvl2pPr>
            <a:lvl3pPr marL="2057297" indent="-571471">
              <a:defRPr sz="2500">
                <a:latin typeface="Trebuchet MS" pitchFamily="34" charset="0"/>
              </a:defRPr>
            </a:lvl3pPr>
            <a:lvl4pPr marL="2685916" indent="-628619">
              <a:defRPr sz="2500">
                <a:latin typeface="Trebuchet MS" pitchFamily="34" charset="0"/>
              </a:defRPr>
            </a:lvl4pPr>
            <a:lvl5pPr marL="3143093" indent="-457177">
              <a:defRPr sz="25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TEXT PLACEHOLDER</a:t>
            </a:r>
          </a:p>
        </p:txBody>
      </p:sp>
      <p:sp>
        <p:nvSpPr>
          <p:cNvPr id="73" name="Text Placeholder 3"/>
          <p:cNvSpPr>
            <a:spLocks noGrp="1"/>
          </p:cNvSpPr>
          <p:nvPr>
            <p:ph type="body" sz="quarter" idx="116" hasCustomPrompt="1"/>
          </p:nvPr>
        </p:nvSpPr>
        <p:spPr>
          <a:xfrm>
            <a:off x="-10408283" y="21259801"/>
            <a:ext cx="10056813" cy="846363"/>
          </a:xfrm>
          <a:prstGeom prst="rect">
            <a:avLst/>
          </a:prstGeom>
        </p:spPr>
        <p:txBody>
          <a:bodyPr wrap="square" lIns="228589" tIns="228589" rIns="228589" bIns="228589">
            <a:spAutoFit/>
          </a:bodyPr>
          <a:lstStyle>
            <a:lvl1pPr marL="0" indent="0">
              <a:buNone/>
              <a:defRPr sz="2500" baseline="0">
                <a:latin typeface="Trebuchet MS" pitchFamily="34" charset="0"/>
              </a:defRPr>
            </a:lvl1pPr>
            <a:lvl2pPr marL="1485825" indent="-571471">
              <a:defRPr sz="2500">
                <a:latin typeface="Trebuchet MS" pitchFamily="34" charset="0"/>
              </a:defRPr>
            </a:lvl2pPr>
            <a:lvl3pPr marL="2057297" indent="-571471">
              <a:defRPr sz="2500">
                <a:latin typeface="Trebuchet MS" pitchFamily="34" charset="0"/>
              </a:defRPr>
            </a:lvl3pPr>
            <a:lvl4pPr marL="2685916" indent="-628619">
              <a:defRPr sz="2500">
                <a:latin typeface="Trebuchet MS" pitchFamily="34" charset="0"/>
              </a:defRPr>
            </a:lvl4pPr>
            <a:lvl5pPr marL="3143093" indent="-457177">
              <a:defRPr sz="25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TEXT PLACEHOLDER</a:t>
            </a:r>
          </a:p>
        </p:txBody>
      </p:sp>
      <p:sp>
        <p:nvSpPr>
          <p:cNvPr id="74" name="Text Placeholder 3"/>
          <p:cNvSpPr>
            <a:spLocks noGrp="1"/>
          </p:cNvSpPr>
          <p:nvPr>
            <p:ph type="body" sz="quarter" idx="117" hasCustomPrompt="1"/>
          </p:nvPr>
        </p:nvSpPr>
        <p:spPr>
          <a:xfrm>
            <a:off x="-10408283" y="21259801"/>
            <a:ext cx="10056813" cy="846363"/>
          </a:xfrm>
          <a:prstGeom prst="rect">
            <a:avLst/>
          </a:prstGeom>
        </p:spPr>
        <p:txBody>
          <a:bodyPr wrap="square" lIns="228589" tIns="228589" rIns="228589" bIns="228589">
            <a:spAutoFit/>
          </a:bodyPr>
          <a:lstStyle>
            <a:lvl1pPr marL="0" indent="0">
              <a:buNone/>
              <a:defRPr sz="2500" baseline="0">
                <a:latin typeface="Trebuchet MS" pitchFamily="34" charset="0"/>
              </a:defRPr>
            </a:lvl1pPr>
            <a:lvl2pPr marL="1485825" indent="-571471">
              <a:defRPr sz="2500">
                <a:latin typeface="Trebuchet MS" pitchFamily="34" charset="0"/>
              </a:defRPr>
            </a:lvl2pPr>
            <a:lvl3pPr marL="2057297" indent="-571471">
              <a:defRPr sz="2500">
                <a:latin typeface="Trebuchet MS" pitchFamily="34" charset="0"/>
              </a:defRPr>
            </a:lvl3pPr>
            <a:lvl4pPr marL="2685916" indent="-628619">
              <a:defRPr sz="2500">
                <a:latin typeface="Trebuchet MS" pitchFamily="34" charset="0"/>
              </a:defRPr>
            </a:lvl4pPr>
            <a:lvl5pPr marL="3143093" indent="-457177">
              <a:defRPr sz="25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TEXT PLACEHOLDER</a:t>
            </a:r>
          </a:p>
        </p:txBody>
      </p:sp>
      <p:sp>
        <p:nvSpPr>
          <p:cNvPr id="75" name="Text Placeholder 3"/>
          <p:cNvSpPr>
            <a:spLocks noGrp="1"/>
          </p:cNvSpPr>
          <p:nvPr>
            <p:ph type="body" sz="quarter" idx="118" hasCustomPrompt="1"/>
          </p:nvPr>
        </p:nvSpPr>
        <p:spPr>
          <a:xfrm>
            <a:off x="-10408283" y="21259801"/>
            <a:ext cx="10056813" cy="846363"/>
          </a:xfrm>
          <a:prstGeom prst="rect">
            <a:avLst/>
          </a:prstGeom>
        </p:spPr>
        <p:txBody>
          <a:bodyPr wrap="square" lIns="228589" tIns="228589" rIns="228589" bIns="228589">
            <a:spAutoFit/>
          </a:bodyPr>
          <a:lstStyle>
            <a:lvl1pPr marL="0" indent="0">
              <a:buNone/>
              <a:defRPr sz="2500" baseline="0">
                <a:latin typeface="Trebuchet MS" pitchFamily="34" charset="0"/>
              </a:defRPr>
            </a:lvl1pPr>
            <a:lvl2pPr marL="1485825" indent="-571471">
              <a:defRPr sz="2500">
                <a:latin typeface="Trebuchet MS" pitchFamily="34" charset="0"/>
              </a:defRPr>
            </a:lvl2pPr>
            <a:lvl3pPr marL="2057297" indent="-571471">
              <a:defRPr sz="2500">
                <a:latin typeface="Trebuchet MS" pitchFamily="34" charset="0"/>
              </a:defRPr>
            </a:lvl3pPr>
            <a:lvl4pPr marL="2685916" indent="-628619">
              <a:defRPr sz="2500">
                <a:latin typeface="Trebuchet MS" pitchFamily="34" charset="0"/>
              </a:defRPr>
            </a:lvl4pPr>
            <a:lvl5pPr marL="3143093" indent="-457177">
              <a:defRPr sz="25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TEXT PLACEHOLDER</a:t>
            </a:r>
          </a:p>
        </p:txBody>
      </p:sp>
      <p:sp>
        <p:nvSpPr>
          <p:cNvPr id="76" name="Text Placeholder 3"/>
          <p:cNvSpPr>
            <a:spLocks noGrp="1"/>
          </p:cNvSpPr>
          <p:nvPr>
            <p:ph type="body" sz="quarter" idx="119" hasCustomPrompt="1"/>
          </p:nvPr>
        </p:nvSpPr>
        <p:spPr>
          <a:xfrm>
            <a:off x="-10408283" y="21259801"/>
            <a:ext cx="10056813" cy="846363"/>
          </a:xfrm>
          <a:prstGeom prst="rect">
            <a:avLst/>
          </a:prstGeom>
        </p:spPr>
        <p:txBody>
          <a:bodyPr wrap="square" lIns="228589" tIns="228589" rIns="228589" bIns="228589">
            <a:spAutoFit/>
          </a:bodyPr>
          <a:lstStyle>
            <a:lvl1pPr marL="0" indent="0">
              <a:buNone/>
              <a:defRPr sz="2500" baseline="0">
                <a:latin typeface="Trebuchet MS" pitchFamily="34" charset="0"/>
              </a:defRPr>
            </a:lvl1pPr>
            <a:lvl2pPr marL="1485825" indent="-571471">
              <a:defRPr sz="2500">
                <a:latin typeface="Trebuchet MS" pitchFamily="34" charset="0"/>
              </a:defRPr>
            </a:lvl2pPr>
            <a:lvl3pPr marL="2057297" indent="-571471">
              <a:defRPr sz="2500">
                <a:latin typeface="Trebuchet MS" pitchFamily="34" charset="0"/>
              </a:defRPr>
            </a:lvl3pPr>
            <a:lvl4pPr marL="2685916" indent="-628619">
              <a:defRPr sz="2500">
                <a:latin typeface="Trebuchet MS" pitchFamily="34" charset="0"/>
              </a:defRPr>
            </a:lvl4pPr>
            <a:lvl5pPr marL="3143093" indent="-457177">
              <a:defRPr sz="25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TEXT PLACEHOLDER</a:t>
            </a:r>
          </a:p>
        </p:txBody>
      </p:sp>
      <p:sp>
        <p:nvSpPr>
          <p:cNvPr id="77" name="Text Placeholder 3"/>
          <p:cNvSpPr>
            <a:spLocks noGrp="1"/>
          </p:cNvSpPr>
          <p:nvPr>
            <p:ph type="body" sz="quarter" idx="120" hasCustomPrompt="1"/>
          </p:nvPr>
        </p:nvSpPr>
        <p:spPr>
          <a:xfrm>
            <a:off x="-10408283" y="21259801"/>
            <a:ext cx="10056813" cy="846363"/>
          </a:xfrm>
          <a:prstGeom prst="rect">
            <a:avLst/>
          </a:prstGeom>
        </p:spPr>
        <p:txBody>
          <a:bodyPr wrap="square" lIns="228589" tIns="228589" rIns="228589" bIns="228589">
            <a:spAutoFit/>
          </a:bodyPr>
          <a:lstStyle>
            <a:lvl1pPr marL="0" indent="0">
              <a:buNone/>
              <a:defRPr sz="2500" baseline="0">
                <a:latin typeface="Trebuchet MS" pitchFamily="34" charset="0"/>
              </a:defRPr>
            </a:lvl1pPr>
            <a:lvl2pPr marL="1485825" indent="-571471">
              <a:defRPr sz="2500">
                <a:latin typeface="Trebuchet MS" pitchFamily="34" charset="0"/>
              </a:defRPr>
            </a:lvl2pPr>
            <a:lvl3pPr marL="2057297" indent="-571471">
              <a:defRPr sz="2500">
                <a:latin typeface="Trebuchet MS" pitchFamily="34" charset="0"/>
              </a:defRPr>
            </a:lvl3pPr>
            <a:lvl4pPr marL="2685916" indent="-628619">
              <a:defRPr sz="2500">
                <a:latin typeface="Trebuchet MS" pitchFamily="34" charset="0"/>
              </a:defRPr>
            </a:lvl4pPr>
            <a:lvl5pPr marL="3143093" indent="-457177">
              <a:defRPr sz="25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TEXT PLACEHOLDER</a:t>
            </a:r>
          </a:p>
        </p:txBody>
      </p:sp>
      <p:sp>
        <p:nvSpPr>
          <p:cNvPr id="78" name="Text Placeholder 3"/>
          <p:cNvSpPr>
            <a:spLocks noGrp="1"/>
          </p:cNvSpPr>
          <p:nvPr>
            <p:ph type="body" sz="quarter" idx="121" hasCustomPrompt="1"/>
          </p:nvPr>
        </p:nvSpPr>
        <p:spPr>
          <a:xfrm>
            <a:off x="-10408283" y="21259801"/>
            <a:ext cx="10056813" cy="846363"/>
          </a:xfrm>
          <a:prstGeom prst="rect">
            <a:avLst/>
          </a:prstGeom>
        </p:spPr>
        <p:txBody>
          <a:bodyPr wrap="square" lIns="228589" tIns="228589" rIns="228589" bIns="228589">
            <a:spAutoFit/>
          </a:bodyPr>
          <a:lstStyle>
            <a:lvl1pPr marL="0" indent="0">
              <a:buNone/>
              <a:defRPr sz="2500" baseline="0">
                <a:latin typeface="Trebuchet MS" pitchFamily="34" charset="0"/>
              </a:defRPr>
            </a:lvl1pPr>
            <a:lvl2pPr marL="1485825" indent="-571471">
              <a:defRPr sz="2500">
                <a:latin typeface="Trebuchet MS" pitchFamily="34" charset="0"/>
              </a:defRPr>
            </a:lvl2pPr>
            <a:lvl3pPr marL="2057297" indent="-571471">
              <a:defRPr sz="2500">
                <a:latin typeface="Trebuchet MS" pitchFamily="34" charset="0"/>
              </a:defRPr>
            </a:lvl3pPr>
            <a:lvl4pPr marL="2685916" indent="-628619">
              <a:defRPr sz="2500">
                <a:latin typeface="Trebuchet MS" pitchFamily="34" charset="0"/>
              </a:defRPr>
            </a:lvl4pPr>
            <a:lvl5pPr marL="3143093" indent="-457177">
              <a:defRPr sz="25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TEXT PLACEHOLDER</a:t>
            </a:r>
          </a:p>
        </p:txBody>
      </p:sp>
      <p:sp>
        <p:nvSpPr>
          <p:cNvPr id="79" name="Text Placeholder 3"/>
          <p:cNvSpPr>
            <a:spLocks noGrp="1"/>
          </p:cNvSpPr>
          <p:nvPr>
            <p:ph type="body" sz="quarter" idx="122" hasCustomPrompt="1"/>
          </p:nvPr>
        </p:nvSpPr>
        <p:spPr>
          <a:xfrm>
            <a:off x="-10408283" y="21259801"/>
            <a:ext cx="10056813" cy="846363"/>
          </a:xfrm>
          <a:prstGeom prst="rect">
            <a:avLst/>
          </a:prstGeom>
        </p:spPr>
        <p:txBody>
          <a:bodyPr wrap="square" lIns="228589" tIns="228589" rIns="228589" bIns="228589">
            <a:spAutoFit/>
          </a:bodyPr>
          <a:lstStyle>
            <a:lvl1pPr marL="0" indent="0">
              <a:buNone/>
              <a:defRPr sz="2500" baseline="0">
                <a:latin typeface="Trebuchet MS" pitchFamily="34" charset="0"/>
              </a:defRPr>
            </a:lvl1pPr>
            <a:lvl2pPr marL="1485825" indent="-571471">
              <a:defRPr sz="2500">
                <a:latin typeface="Trebuchet MS" pitchFamily="34" charset="0"/>
              </a:defRPr>
            </a:lvl2pPr>
            <a:lvl3pPr marL="2057297" indent="-571471">
              <a:defRPr sz="2500">
                <a:latin typeface="Trebuchet MS" pitchFamily="34" charset="0"/>
              </a:defRPr>
            </a:lvl3pPr>
            <a:lvl4pPr marL="2685916" indent="-628619">
              <a:defRPr sz="2500">
                <a:latin typeface="Trebuchet MS" pitchFamily="34" charset="0"/>
              </a:defRPr>
            </a:lvl4pPr>
            <a:lvl5pPr marL="3143093" indent="-457177">
              <a:defRPr sz="25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TEXT PLACEHOLDER</a:t>
            </a:r>
          </a:p>
        </p:txBody>
      </p:sp>
      <p:sp>
        <p:nvSpPr>
          <p:cNvPr id="80" name="Text Placeholder 3"/>
          <p:cNvSpPr>
            <a:spLocks noGrp="1"/>
          </p:cNvSpPr>
          <p:nvPr>
            <p:ph type="body" sz="quarter" idx="123" hasCustomPrompt="1"/>
          </p:nvPr>
        </p:nvSpPr>
        <p:spPr>
          <a:xfrm>
            <a:off x="-10408283" y="21259801"/>
            <a:ext cx="10056813" cy="846363"/>
          </a:xfrm>
          <a:prstGeom prst="rect">
            <a:avLst/>
          </a:prstGeom>
        </p:spPr>
        <p:txBody>
          <a:bodyPr wrap="square" lIns="228589" tIns="228589" rIns="228589" bIns="228589">
            <a:spAutoFit/>
          </a:bodyPr>
          <a:lstStyle>
            <a:lvl1pPr marL="0" indent="0">
              <a:buNone/>
              <a:defRPr sz="2500" baseline="0">
                <a:latin typeface="Trebuchet MS" pitchFamily="34" charset="0"/>
              </a:defRPr>
            </a:lvl1pPr>
            <a:lvl2pPr marL="1485825" indent="-571471">
              <a:defRPr sz="2500">
                <a:latin typeface="Trebuchet MS" pitchFamily="34" charset="0"/>
              </a:defRPr>
            </a:lvl2pPr>
            <a:lvl3pPr marL="2057297" indent="-571471">
              <a:defRPr sz="2500">
                <a:latin typeface="Trebuchet MS" pitchFamily="34" charset="0"/>
              </a:defRPr>
            </a:lvl3pPr>
            <a:lvl4pPr marL="2685916" indent="-628619">
              <a:defRPr sz="2500">
                <a:latin typeface="Trebuchet MS" pitchFamily="34" charset="0"/>
              </a:defRPr>
            </a:lvl4pPr>
            <a:lvl5pPr marL="3143093" indent="-457177">
              <a:defRPr sz="25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TEXT PLACEHOLDER</a:t>
            </a:r>
          </a:p>
        </p:txBody>
      </p:sp>
      <p:sp>
        <p:nvSpPr>
          <p:cNvPr id="81" name="Text Placeholder 3"/>
          <p:cNvSpPr>
            <a:spLocks noGrp="1"/>
          </p:cNvSpPr>
          <p:nvPr>
            <p:ph type="body" sz="quarter" idx="124" hasCustomPrompt="1"/>
          </p:nvPr>
        </p:nvSpPr>
        <p:spPr>
          <a:xfrm>
            <a:off x="-10408283" y="21259801"/>
            <a:ext cx="10056813" cy="846363"/>
          </a:xfrm>
          <a:prstGeom prst="rect">
            <a:avLst/>
          </a:prstGeom>
        </p:spPr>
        <p:txBody>
          <a:bodyPr wrap="square" lIns="228589" tIns="228589" rIns="228589" bIns="228589">
            <a:spAutoFit/>
          </a:bodyPr>
          <a:lstStyle>
            <a:lvl1pPr marL="0" indent="0">
              <a:buNone/>
              <a:defRPr sz="2500" baseline="0">
                <a:latin typeface="Trebuchet MS" pitchFamily="34" charset="0"/>
              </a:defRPr>
            </a:lvl1pPr>
            <a:lvl2pPr marL="1485825" indent="-571471">
              <a:defRPr sz="2500">
                <a:latin typeface="Trebuchet MS" pitchFamily="34" charset="0"/>
              </a:defRPr>
            </a:lvl2pPr>
            <a:lvl3pPr marL="2057297" indent="-571471">
              <a:defRPr sz="2500">
                <a:latin typeface="Trebuchet MS" pitchFamily="34" charset="0"/>
              </a:defRPr>
            </a:lvl3pPr>
            <a:lvl4pPr marL="2685916" indent="-628619">
              <a:defRPr sz="2500">
                <a:latin typeface="Trebuchet MS" pitchFamily="34" charset="0"/>
              </a:defRPr>
            </a:lvl4pPr>
            <a:lvl5pPr marL="3143093" indent="-457177">
              <a:defRPr sz="25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TEXT PLACEHOLDER</a:t>
            </a:r>
          </a:p>
        </p:txBody>
      </p:sp>
      <p:sp>
        <p:nvSpPr>
          <p:cNvPr id="82" name="Text Placeholder 3"/>
          <p:cNvSpPr>
            <a:spLocks noGrp="1"/>
          </p:cNvSpPr>
          <p:nvPr>
            <p:ph type="body" sz="quarter" idx="125" hasCustomPrompt="1"/>
          </p:nvPr>
        </p:nvSpPr>
        <p:spPr>
          <a:xfrm>
            <a:off x="-10408283" y="21259801"/>
            <a:ext cx="10056813" cy="846363"/>
          </a:xfrm>
          <a:prstGeom prst="rect">
            <a:avLst/>
          </a:prstGeom>
        </p:spPr>
        <p:txBody>
          <a:bodyPr wrap="square" lIns="228589" tIns="228589" rIns="228589" bIns="228589">
            <a:spAutoFit/>
          </a:bodyPr>
          <a:lstStyle>
            <a:lvl1pPr marL="0" indent="0">
              <a:buNone/>
              <a:defRPr sz="2500" baseline="0">
                <a:latin typeface="Trebuchet MS" pitchFamily="34" charset="0"/>
              </a:defRPr>
            </a:lvl1pPr>
            <a:lvl2pPr marL="1485825" indent="-571471">
              <a:defRPr sz="2500">
                <a:latin typeface="Trebuchet MS" pitchFamily="34" charset="0"/>
              </a:defRPr>
            </a:lvl2pPr>
            <a:lvl3pPr marL="2057297" indent="-571471">
              <a:defRPr sz="2500">
                <a:latin typeface="Trebuchet MS" pitchFamily="34" charset="0"/>
              </a:defRPr>
            </a:lvl3pPr>
            <a:lvl4pPr marL="2685916" indent="-628619">
              <a:defRPr sz="2500">
                <a:latin typeface="Trebuchet MS" pitchFamily="34" charset="0"/>
              </a:defRPr>
            </a:lvl4pPr>
            <a:lvl5pPr marL="3143093" indent="-457177">
              <a:defRPr sz="25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TEXT PLACEHOLDER</a:t>
            </a:r>
          </a:p>
        </p:txBody>
      </p:sp>
      <p:sp>
        <p:nvSpPr>
          <p:cNvPr id="83" name="Picture Placeholder 13"/>
          <p:cNvSpPr>
            <a:spLocks noGrp="1"/>
          </p:cNvSpPr>
          <p:nvPr>
            <p:ph type="pic" sz="quarter" idx="115" hasCustomPrompt="1"/>
          </p:nvPr>
        </p:nvSpPr>
        <p:spPr>
          <a:xfrm>
            <a:off x="-9326880" y="25313640"/>
            <a:ext cx="7909559" cy="4840110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/>
        </p:spPr>
        <p:txBody>
          <a:bodyPr lIns="91436" tIns="45717" rIns="91436" bIns="45717" anchor="ctr"/>
          <a:lstStyle>
            <a:lvl1pPr marL="0" indent="0" algn="ctr">
              <a:buNone/>
              <a:defRPr sz="4000" b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PICTURE PLACEHOLDER</a:t>
            </a:r>
          </a:p>
        </p:txBody>
      </p:sp>
      <p:sp>
        <p:nvSpPr>
          <p:cNvPr id="84" name="Picture Placeholder 13"/>
          <p:cNvSpPr>
            <a:spLocks noGrp="1"/>
          </p:cNvSpPr>
          <p:nvPr>
            <p:ph type="pic" sz="quarter" idx="126" hasCustomPrompt="1"/>
          </p:nvPr>
        </p:nvSpPr>
        <p:spPr>
          <a:xfrm>
            <a:off x="-9326880" y="25313640"/>
            <a:ext cx="7909559" cy="4840110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/>
        </p:spPr>
        <p:txBody>
          <a:bodyPr lIns="91436" tIns="45717" rIns="91436" bIns="45717" anchor="ctr"/>
          <a:lstStyle>
            <a:lvl1pPr marL="0" indent="0" algn="ctr">
              <a:buNone/>
              <a:defRPr sz="4000" b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PICTURE PLACEHOLDER</a:t>
            </a:r>
          </a:p>
        </p:txBody>
      </p:sp>
      <p:sp>
        <p:nvSpPr>
          <p:cNvPr id="85" name="Picture Placeholder 13"/>
          <p:cNvSpPr>
            <a:spLocks noGrp="1"/>
          </p:cNvSpPr>
          <p:nvPr>
            <p:ph type="pic" sz="quarter" idx="127" hasCustomPrompt="1"/>
          </p:nvPr>
        </p:nvSpPr>
        <p:spPr>
          <a:xfrm>
            <a:off x="-9326880" y="25313640"/>
            <a:ext cx="7909559" cy="4840110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/>
        </p:spPr>
        <p:txBody>
          <a:bodyPr lIns="91436" tIns="45717" rIns="91436" bIns="45717" anchor="ctr"/>
          <a:lstStyle>
            <a:lvl1pPr marL="0" indent="0" algn="ctr">
              <a:buNone/>
              <a:defRPr sz="4000" b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PICTURE PLACEHOLDER</a:t>
            </a:r>
          </a:p>
        </p:txBody>
      </p:sp>
      <p:sp>
        <p:nvSpPr>
          <p:cNvPr id="86" name="Picture Placeholder 13"/>
          <p:cNvSpPr>
            <a:spLocks noGrp="1"/>
          </p:cNvSpPr>
          <p:nvPr>
            <p:ph type="pic" sz="quarter" idx="128" hasCustomPrompt="1"/>
          </p:nvPr>
        </p:nvSpPr>
        <p:spPr>
          <a:xfrm>
            <a:off x="-9326880" y="25313640"/>
            <a:ext cx="7909559" cy="4840110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/>
        </p:spPr>
        <p:txBody>
          <a:bodyPr lIns="91436" tIns="45717" rIns="91436" bIns="45717" anchor="ctr"/>
          <a:lstStyle>
            <a:lvl1pPr marL="0" indent="0" algn="ctr">
              <a:buNone/>
              <a:defRPr sz="4000" b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PICTURE PLACEHOLDER</a:t>
            </a:r>
          </a:p>
        </p:txBody>
      </p:sp>
      <p:sp>
        <p:nvSpPr>
          <p:cNvPr id="87" name="Picture Placeholder 13"/>
          <p:cNvSpPr>
            <a:spLocks noGrp="1"/>
          </p:cNvSpPr>
          <p:nvPr>
            <p:ph type="pic" sz="quarter" idx="129" hasCustomPrompt="1"/>
          </p:nvPr>
        </p:nvSpPr>
        <p:spPr>
          <a:xfrm>
            <a:off x="-9326880" y="25313640"/>
            <a:ext cx="7909559" cy="4840110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/>
        </p:spPr>
        <p:txBody>
          <a:bodyPr lIns="91436" tIns="45717" rIns="91436" bIns="45717" anchor="ctr"/>
          <a:lstStyle>
            <a:lvl1pPr marL="0" indent="0" algn="ctr">
              <a:buNone/>
              <a:defRPr sz="4000" b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PICTURE PLACEHOLDER</a:t>
            </a:r>
          </a:p>
        </p:txBody>
      </p:sp>
      <p:sp>
        <p:nvSpPr>
          <p:cNvPr id="88" name="Picture Placeholder 13"/>
          <p:cNvSpPr>
            <a:spLocks noGrp="1"/>
          </p:cNvSpPr>
          <p:nvPr>
            <p:ph type="pic" sz="quarter" idx="130" hasCustomPrompt="1"/>
          </p:nvPr>
        </p:nvSpPr>
        <p:spPr>
          <a:xfrm>
            <a:off x="-9326880" y="25313640"/>
            <a:ext cx="7909559" cy="4840110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/>
        </p:spPr>
        <p:txBody>
          <a:bodyPr lIns="91436" tIns="45717" rIns="91436" bIns="45717" anchor="ctr"/>
          <a:lstStyle>
            <a:lvl1pPr marL="0" indent="0" algn="ctr">
              <a:buNone/>
              <a:defRPr sz="4000" b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PICTURE PLACEHOLDER</a:t>
            </a:r>
          </a:p>
        </p:txBody>
      </p:sp>
      <p:sp>
        <p:nvSpPr>
          <p:cNvPr id="89" name="Picture Placeholder 13"/>
          <p:cNvSpPr>
            <a:spLocks noGrp="1"/>
          </p:cNvSpPr>
          <p:nvPr>
            <p:ph type="pic" sz="quarter" idx="131" hasCustomPrompt="1"/>
          </p:nvPr>
        </p:nvSpPr>
        <p:spPr>
          <a:xfrm>
            <a:off x="-9326880" y="25313640"/>
            <a:ext cx="7909559" cy="4840110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/>
        </p:spPr>
        <p:txBody>
          <a:bodyPr lIns="91436" tIns="45717" rIns="91436" bIns="45717" anchor="ctr"/>
          <a:lstStyle>
            <a:lvl1pPr marL="0" indent="0" algn="ctr">
              <a:buNone/>
              <a:defRPr sz="4000" b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PICTURE PLACEHOLDER</a:t>
            </a:r>
          </a:p>
        </p:txBody>
      </p:sp>
      <p:sp>
        <p:nvSpPr>
          <p:cNvPr id="90" name="Picture Placeholder 13"/>
          <p:cNvSpPr>
            <a:spLocks noGrp="1"/>
          </p:cNvSpPr>
          <p:nvPr>
            <p:ph type="pic" sz="quarter" idx="132" hasCustomPrompt="1"/>
          </p:nvPr>
        </p:nvSpPr>
        <p:spPr>
          <a:xfrm>
            <a:off x="-9326880" y="25313640"/>
            <a:ext cx="7909559" cy="4840110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/>
        </p:spPr>
        <p:txBody>
          <a:bodyPr lIns="91436" tIns="45717" rIns="91436" bIns="45717" anchor="ctr"/>
          <a:lstStyle>
            <a:lvl1pPr marL="0" indent="0" algn="ctr">
              <a:buNone/>
              <a:defRPr sz="4000" b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PICTURE PLACEHOLDER</a:t>
            </a:r>
          </a:p>
        </p:txBody>
      </p:sp>
      <p:sp>
        <p:nvSpPr>
          <p:cNvPr id="91" name="Picture Placeholder 13"/>
          <p:cNvSpPr>
            <a:spLocks noGrp="1"/>
          </p:cNvSpPr>
          <p:nvPr>
            <p:ph type="pic" sz="quarter" idx="133" hasCustomPrompt="1"/>
          </p:nvPr>
        </p:nvSpPr>
        <p:spPr>
          <a:xfrm>
            <a:off x="-9326880" y="25313640"/>
            <a:ext cx="7909559" cy="4840110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/>
        </p:spPr>
        <p:txBody>
          <a:bodyPr lIns="91436" tIns="45717" rIns="91436" bIns="45717" anchor="ctr"/>
          <a:lstStyle>
            <a:lvl1pPr marL="0" indent="0" algn="ctr">
              <a:buNone/>
              <a:defRPr sz="4000" b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PICTURE PLACEHOLDER</a:t>
            </a:r>
          </a:p>
        </p:txBody>
      </p:sp>
      <p:sp>
        <p:nvSpPr>
          <p:cNvPr id="92" name="Picture Placeholder 13"/>
          <p:cNvSpPr>
            <a:spLocks noGrp="1"/>
          </p:cNvSpPr>
          <p:nvPr>
            <p:ph type="pic" sz="quarter" idx="134" hasCustomPrompt="1"/>
          </p:nvPr>
        </p:nvSpPr>
        <p:spPr>
          <a:xfrm>
            <a:off x="-9326880" y="25313640"/>
            <a:ext cx="7909559" cy="4840110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/>
        </p:spPr>
        <p:txBody>
          <a:bodyPr lIns="91436" tIns="45717" rIns="91436" bIns="45717" anchor="ctr"/>
          <a:lstStyle>
            <a:lvl1pPr marL="0" indent="0" algn="ctr">
              <a:buNone/>
              <a:defRPr sz="4000" b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PICTURE PLACEHOLDER</a:t>
            </a:r>
          </a:p>
        </p:txBody>
      </p:sp>
      <p:sp>
        <p:nvSpPr>
          <p:cNvPr id="93" name="Picture Placeholder 13"/>
          <p:cNvSpPr>
            <a:spLocks noGrp="1"/>
          </p:cNvSpPr>
          <p:nvPr>
            <p:ph type="pic" sz="quarter" idx="135" hasCustomPrompt="1"/>
          </p:nvPr>
        </p:nvSpPr>
        <p:spPr>
          <a:xfrm>
            <a:off x="-9326880" y="25313640"/>
            <a:ext cx="7909559" cy="4840110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/>
        </p:spPr>
        <p:txBody>
          <a:bodyPr lIns="91436" tIns="45717" rIns="91436" bIns="45717" anchor="ctr"/>
          <a:lstStyle>
            <a:lvl1pPr marL="0" indent="0" algn="ctr">
              <a:buNone/>
              <a:defRPr sz="4000" b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PICTURE PLACEHOLDER</a:t>
            </a:r>
          </a:p>
        </p:txBody>
      </p:sp>
      <p:sp>
        <p:nvSpPr>
          <p:cNvPr id="94" name="Text Placeholder 5"/>
          <p:cNvSpPr>
            <a:spLocks noGrp="1"/>
          </p:cNvSpPr>
          <p:nvPr>
            <p:ph type="body" sz="quarter" idx="136" hasCustomPrompt="1"/>
          </p:nvPr>
        </p:nvSpPr>
        <p:spPr>
          <a:xfrm>
            <a:off x="-10408283" y="18288001"/>
            <a:ext cx="10050462" cy="754045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91436" tIns="91436" rIns="91436" bIns="91436" anchor="ctr" anchorCtr="0">
            <a:spAutoFit/>
          </a:bodyPr>
          <a:lstStyle>
            <a:lvl1pPr algn="ctr">
              <a:buNone/>
              <a:defRPr sz="37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95" name="Text Placeholder 5"/>
          <p:cNvSpPr>
            <a:spLocks noGrp="1"/>
          </p:cNvSpPr>
          <p:nvPr>
            <p:ph type="body" sz="quarter" idx="137" hasCustomPrompt="1"/>
          </p:nvPr>
        </p:nvSpPr>
        <p:spPr>
          <a:xfrm>
            <a:off x="-10408283" y="18288001"/>
            <a:ext cx="10050462" cy="754045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91436" tIns="91436" rIns="91436" bIns="91436" anchor="ctr" anchorCtr="0">
            <a:spAutoFit/>
          </a:bodyPr>
          <a:lstStyle>
            <a:lvl1pPr algn="ctr">
              <a:buNone/>
              <a:defRPr sz="37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96" name="Text Placeholder 5"/>
          <p:cNvSpPr>
            <a:spLocks noGrp="1"/>
          </p:cNvSpPr>
          <p:nvPr>
            <p:ph type="body" sz="quarter" idx="138" hasCustomPrompt="1"/>
          </p:nvPr>
        </p:nvSpPr>
        <p:spPr>
          <a:xfrm>
            <a:off x="-10408283" y="18288001"/>
            <a:ext cx="10050462" cy="754045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91436" tIns="91436" rIns="91436" bIns="91436" anchor="ctr" anchorCtr="0">
            <a:spAutoFit/>
          </a:bodyPr>
          <a:lstStyle>
            <a:lvl1pPr algn="ctr">
              <a:buNone/>
              <a:defRPr sz="37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97" name="Text Placeholder 5"/>
          <p:cNvSpPr>
            <a:spLocks noGrp="1"/>
          </p:cNvSpPr>
          <p:nvPr>
            <p:ph type="body" sz="quarter" idx="139" hasCustomPrompt="1"/>
          </p:nvPr>
        </p:nvSpPr>
        <p:spPr>
          <a:xfrm>
            <a:off x="-10408283" y="18288001"/>
            <a:ext cx="10050462" cy="754045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91436" tIns="91436" rIns="91436" bIns="91436" anchor="ctr" anchorCtr="0">
            <a:spAutoFit/>
          </a:bodyPr>
          <a:lstStyle>
            <a:lvl1pPr algn="ctr">
              <a:buNone/>
              <a:defRPr sz="37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98" name="Text Placeholder 5"/>
          <p:cNvSpPr>
            <a:spLocks noGrp="1"/>
          </p:cNvSpPr>
          <p:nvPr>
            <p:ph type="body" sz="quarter" idx="140" hasCustomPrompt="1"/>
          </p:nvPr>
        </p:nvSpPr>
        <p:spPr>
          <a:xfrm>
            <a:off x="-10408283" y="18288001"/>
            <a:ext cx="10050462" cy="754045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91436" tIns="91436" rIns="91436" bIns="91436" anchor="ctr" anchorCtr="0">
            <a:spAutoFit/>
          </a:bodyPr>
          <a:lstStyle>
            <a:lvl1pPr algn="ctr">
              <a:buNone/>
              <a:defRPr sz="37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99" name="Text Placeholder 5"/>
          <p:cNvSpPr>
            <a:spLocks noGrp="1"/>
          </p:cNvSpPr>
          <p:nvPr>
            <p:ph type="body" sz="quarter" idx="141" hasCustomPrompt="1"/>
          </p:nvPr>
        </p:nvSpPr>
        <p:spPr>
          <a:xfrm>
            <a:off x="-10408283" y="18288001"/>
            <a:ext cx="10050462" cy="754045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91436" tIns="91436" rIns="91436" bIns="91436" anchor="ctr" anchorCtr="0">
            <a:spAutoFit/>
          </a:bodyPr>
          <a:lstStyle>
            <a:lvl1pPr algn="ctr">
              <a:buNone/>
              <a:defRPr sz="37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100" name="Text Placeholder 5"/>
          <p:cNvSpPr>
            <a:spLocks noGrp="1"/>
          </p:cNvSpPr>
          <p:nvPr>
            <p:ph type="body" sz="quarter" idx="142" hasCustomPrompt="1"/>
          </p:nvPr>
        </p:nvSpPr>
        <p:spPr>
          <a:xfrm>
            <a:off x="-10408283" y="18288001"/>
            <a:ext cx="10050462" cy="754045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91436" tIns="91436" rIns="91436" bIns="91436" anchor="ctr" anchorCtr="0">
            <a:spAutoFit/>
          </a:bodyPr>
          <a:lstStyle>
            <a:lvl1pPr algn="ctr">
              <a:buNone/>
              <a:defRPr sz="37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101" name="Text Placeholder 5"/>
          <p:cNvSpPr>
            <a:spLocks noGrp="1"/>
          </p:cNvSpPr>
          <p:nvPr>
            <p:ph type="body" sz="quarter" idx="143" hasCustomPrompt="1"/>
          </p:nvPr>
        </p:nvSpPr>
        <p:spPr>
          <a:xfrm>
            <a:off x="-10408283" y="18288001"/>
            <a:ext cx="10050462" cy="754045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91436" tIns="91436" rIns="91436" bIns="91436" anchor="ctr" anchorCtr="0">
            <a:spAutoFit/>
          </a:bodyPr>
          <a:lstStyle>
            <a:lvl1pPr algn="ctr">
              <a:buNone/>
              <a:defRPr sz="37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102" name="Text Placeholder 5"/>
          <p:cNvSpPr>
            <a:spLocks noGrp="1"/>
          </p:cNvSpPr>
          <p:nvPr>
            <p:ph type="body" sz="quarter" idx="144" hasCustomPrompt="1"/>
          </p:nvPr>
        </p:nvSpPr>
        <p:spPr>
          <a:xfrm>
            <a:off x="-10408283" y="18288001"/>
            <a:ext cx="10050462" cy="754045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91436" tIns="91436" rIns="91436" bIns="91436" anchor="ctr" anchorCtr="0">
            <a:spAutoFit/>
          </a:bodyPr>
          <a:lstStyle>
            <a:lvl1pPr algn="ctr">
              <a:buNone/>
              <a:defRPr sz="37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103" name="Text Placeholder 5"/>
          <p:cNvSpPr>
            <a:spLocks noGrp="1"/>
          </p:cNvSpPr>
          <p:nvPr>
            <p:ph type="body" sz="quarter" idx="145" hasCustomPrompt="1"/>
          </p:nvPr>
        </p:nvSpPr>
        <p:spPr>
          <a:xfrm>
            <a:off x="-10408283" y="18288001"/>
            <a:ext cx="10050462" cy="754045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91436" tIns="91436" rIns="91436" bIns="91436" anchor="ctr" anchorCtr="0">
            <a:spAutoFit/>
          </a:bodyPr>
          <a:lstStyle>
            <a:lvl1pPr algn="ctr">
              <a:buNone/>
              <a:defRPr sz="37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104" name="Text Placeholder 5"/>
          <p:cNvSpPr>
            <a:spLocks noGrp="1"/>
          </p:cNvSpPr>
          <p:nvPr>
            <p:ph type="body" sz="quarter" idx="146" hasCustomPrompt="1"/>
          </p:nvPr>
        </p:nvSpPr>
        <p:spPr>
          <a:xfrm>
            <a:off x="-10408283" y="18288001"/>
            <a:ext cx="10050462" cy="754045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91436" tIns="91436" rIns="91436" bIns="91436" anchor="ctr" anchorCtr="0">
            <a:spAutoFit/>
          </a:bodyPr>
          <a:lstStyle>
            <a:lvl1pPr algn="ctr">
              <a:buNone/>
              <a:defRPr sz="37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105" name="Text Placeholder 5"/>
          <p:cNvSpPr>
            <a:spLocks noGrp="1"/>
          </p:cNvSpPr>
          <p:nvPr>
            <p:ph type="body" sz="quarter" idx="147" hasCustomPrompt="1"/>
          </p:nvPr>
        </p:nvSpPr>
        <p:spPr>
          <a:xfrm>
            <a:off x="-10408283" y="18288001"/>
            <a:ext cx="10050462" cy="754045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91436" tIns="91436" rIns="91436" bIns="91436" anchor="ctr" anchorCtr="0">
            <a:spAutoFit/>
          </a:bodyPr>
          <a:lstStyle>
            <a:lvl1pPr algn="ctr">
              <a:buNone/>
              <a:defRPr sz="37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106" name="Text Placeholder 5"/>
          <p:cNvSpPr>
            <a:spLocks noGrp="1"/>
          </p:cNvSpPr>
          <p:nvPr>
            <p:ph type="body" sz="quarter" idx="148" hasCustomPrompt="1"/>
          </p:nvPr>
        </p:nvSpPr>
        <p:spPr>
          <a:xfrm>
            <a:off x="-10408283" y="18288001"/>
            <a:ext cx="10050462" cy="754045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91436" tIns="91436" rIns="91436" bIns="91436" anchor="ctr" anchorCtr="0">
            <a:spAutoFit/>
          </a:bodyPr>
          <a:lstStyle>
            <a:lvl1pPr algn="ctr">
              <a:buNone/>
              <a:defRPr sz="37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107" name="Text Placeholder 5"/>
          <p:cNvSpPr>
            <a:spLocks noGrp="1"/>
          </p:cNvSpPr>
          <p:nvPr>
            <p:ph type="body" sz="quarter" idx="149" hasCustomPrompt="1"/>
          </p:nvPr>
        </p:nvSpPr>
        <p:spPr>
          <a:xfrm>
            <a:off x="-10408283" y="18288001"/>
            <a:ext cx="10050462" cy="754045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91436" tIns="91436" rIns="91436" bIns="91436" anchor="ctr" anchorCtr="0">
            <a:spAutoFit/>
          </a:bodyPr>
          <a:lstStyle>
            <a:lvl1pPr algn="ctr">
              <a:buNone/>
              <a:defRPr sz="37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de center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904188" y="6004405"/>
            <a:ext cx="10056813" cy="846363"/>
          </a:xfrm>
          <a:prstGeom prst="rect">
            <a:avLst/>
          </a:prstGeom>
        </p:spPr>
        <p:txBody>
          <a:bodyPr wrap="square" lIns="228589" tIns="228589" rIns="228589" bIns="228589">
            <a:spAutoFit/>
          </a:bodyPr>
          <a:lstStyle>
            <a:lvl1pPr marL="342883" indent="-342883">
              <a:buNone/>
              <a:defRPr sz="2500">
                <a:latin typeface="Trebuchet MS" pitchFamily="34" charset="0"/>
              </a:defRPr>
            </a:lvl1pPr>
            <a:lvl2pPr marL="1485825" indent="-571471">
              <a:defRPr sz="2500">
                <a:latin typeface="Trebuchet MS" pitchFamily="34" charset="0"/>
              </a:defRPr>
            </a:lvl2pPr>
            <a:lvl3pPr marL="2057297" indent="-571471">
              <a:defRPr sz="2500">
                <a:latin typeface="Trebuchet MS" pitchFamily="34" charset="0"/>
              </a:defRPr>
            </a:lvl3pPr>
            <a:lvl4pPr marL="2685916" indent="-628619">
              <a:defRPr sz="2500">
                <a:latin typeface="Trebuchet MS" pitchFamily="34" charset="0"/>
              </a:defRPr>
            </a:lvl4pPr>
            <a:lvl5pPr marL="3143093" indent="-457177">
              <a:defRPr sz="25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Enter your text here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922341" y="5265739"/>
            <a:ext cx="10048875" cy="754045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lIns="91436" tIns="91436" rIns="91436" bIns="91436" anchor="ctr" anchorCtr="0">
            <a:spAutoFit/>
          </a:bodyPr>
          <a:lstStyle>
            <a:lvl1pPr algn="ctr">
              <a:buNone/>
              <a:defRPr sz="37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(click to add) INTRODUCTION or ABSTRACT</a:t>
            </a:r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5" hasCustomPrompt="1"/>
          </p:nvPr>
        </p:nvSpPr>
        <p:spPr>
          <a:xfrm>
            <a:off x="914400" y="1143000"/>
            <a:ext cx="4419600" cy="2514600"/>
          </a:xfrm>
          <a:prstGeom prst="rect">
            <a:avLst/>
          </a:prstGeom>
        </p:spPr>
        <p:txBody>
          <a:bodyPr lIns="91436" tIns="45717" rIns="91436" bIns="45717" anchor="ctr"/>
          <a:lstStyle>
            <a:lvl1pPr algn="ctr">
              <a:buNone/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18" name="Picture Placeholder 13"/>
          <p:cNvSpPr>
            <a:spLocks noGrp="1"/>
          </p:cNvSpPr>
          <p:nvPr>
            <p:ph type="pic" sz="quarter" idx="18" hasCustomPrompt="1"/>
          </p:nvPr>
        </p:nvSpPr>
        <p:spPr>
          <a:xfrm>
            <a:off x="38557200" y="1219200"/>
            <a:ext cx="4419600" cy="2514600"/>
          </a:xfrm>
          <a:prstGeom prst="rect">
            <a:avLst/>
          </a:prstGeom>
        </p:spPr>
        <p:txBody>
          <a:bodyPr lIns="91436" tIns="45717" rIns="91436" bIns="45717" anchor="ctr"/>
          <a:lstStyle>
            <a:lvl1pPr algn="ctr">
              <a:buNone/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quarter" idx="19" hasCustomPrompt="1"/>
          </p:nvPr>
        </p:nvSpPr>
        <p:spPr>
          <a:xfrm>
            <a:off x="902598" y="14919070"/>
            <a:ext cx="10058400" cy="846363"/>
          </a:xfrm>
          <a:prstGeom prst="rect">
            <a:avLst/>
          </a:prstGeom>
        </p:spPr>
        <p:txBody>
          <a:bodyPr wrap="square" lIns="228589" tIns="228589" rIns="228589" bIns="228589">
            <a:spAutoFit/>
          </a:bodyPr>
          <a:lstStyle>
            <a:lvl1pPr marL="342883" indent="-342883">
              <a:buNone/>
              <a:defRPr sz="2500">
                <a:latin typeface="Trebuchet MS" pitchFamily="34" charset="0"/>
              </a:defRPr>
            </a:lvl1pPr>
            <a:lvl2pPr marL="1485825" indent="-571471">
              <a:defRPr sz="2500">
                <a:latin typeface="Trebuchet MS" pitchFamily="34" charset="0"/>
              </a:defRPr>
            </a:lvl2pPr>
            <a:lvl3pPr marL="2057297" indent="-571471">
              <a:defRPr sz="2500">
                <a:latin typeface="Trebuchet MS" pitchFamily="34" charset="0"/>
              </a:defRPr>
            </a:lvl3pPr>
            <a:lvl4pPr marL="2685916" indent="-628619">
              <a:defRPr sz="2500">
                <a:latin typeface="Trebuchet MS" pitchFamily="34" charset="0"/>
              </a:defRPr>
            </a:lvl4pPr>
            <a:lvl5pPr marL="3143093" indent="-457177">
              <a:defRPr sz="25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Enter your text here</a:t>
            </a:r>
          </a:p>
        </p:txBody>
      </p:sp>
      <p:sp>
        <p:nvSpPr>
          <p:cNvPr id="20" name="Text Placeholder 5"/>
          <p:cNvSpPr>
            <a:spLocks noGrp="1"/>
          </p:cNvSpPr>
          <p:nvPr>
            <p:ph type="body" sz="quarter" idx="20" hasCustomPrompt="1"/>
          </p:nvPr>
        </p:nvSpPr>
        <p:spPr>
          <a:xfrm>
            <a:off x="922339" y="14212513"/>
            <a:ext cx="10050462" cy="754045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91436" tIns="91436" rIns="91436" bIns="91436" anchor="ctr" anchorCtr="0">
            <a:spAutoFit/>
          </a:bodyPr>
          <a:lstStyle>
            <a:lvl1pPr algn="ctr">
              <a:buNone/>
              <a:defRPr sz="37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(click to add)  OBJECTIVES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quarter" idx="21" hasCustomPrompt="1"/>
          </p:nvPr>
        </p:nvSpPr>
        <p:spPr>
          <a:xfrm>
            <a:off x="11587163" y="5996467"/>
            <a:ext cx="20720048" cy="846363"/>
          </a:xfrm>
          <a:prstGeom prst="rect">
            <a:avLst/>
          </a:prstGeom>
        </p:spPr>
        <p:txBody>
          <a:bodyPr wrap="square" lIns="228589" tIns="228589" rIns="228589" bIns="228589">
            <a:spAutoFit/>
          </a:bodyPr>
          <a:lstStyle>
            <a:lvl1pPr marL="342883" indent="-342883">
              <a:buNone/>
              <a:defRPr sz="2500">
                <a:latin typeface="Trebuchet MS" pitchFamily="34" charset="0"/>
              </a:defRPr>
            </a:lvl1pPr>
            <a:lvl2pPr marL="1485825" indent="-571471">
              <a:defRPr sz="2500">
                <a:latin typeface="Trebuchet MS" pitchFamily="34" charset="0"/>
              </a:defRPr>
            </a:lvl2pPr>
            <a:lvl3pPr marL="2057297" indent="-571471">
              <a:defRPr sz="2500">
                <a:latin typeface="Trebuchet MS" pitchFamily="34" charset="0"/>
              </a:defRPr>
            </a:lvl3pPr>
            <a:lvl4pPr marL="2685916" indent="-628619">
              <a:defRPr sz="2500">
                <a:latin typeface="Trebuchet MS" pitchFamily="34" charset="0"/>
              </a:defRPr>
            </a:lvl4pPr>
            <a:lvl5pPr marL="3143093" indent="-457177">
              <a:defRPr sz="25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Enter your text here</a:t>
            </a:r>
          </a:p>
        </p:txBody>
      </p:sp>
      <p:sp>
        <p:nvSpPr>
          <p:cNvPr id="22" name="Text Placeholder 5"/>
          <p:cNvSpPr>
            <a:spLocks noGrp="1"/>
          </p:cNvSpPr>
          <p:nvPr>
            <p:ph type="body" sz="quarter" idx="22" hasCustomPrompt="1"/>
          </p:nvPr>
        </p:nvSpPr>
        <p:spPr>
          <a:xfrm>
            <a:off x="11587164" y="5265739"/>
            <a:ext cx="20720050" cy="754045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91436" tIns="91436" rIns="91436" bIns="91436" anchor="ctr" anchorCtr="0">
            <a:spAutoFit/>
          </a:bodyPr>
          <a:lstStyle>
            <a:lvl1pPr algn="ctr">
              <a:buNone/>
              <a:defRPr sz="37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(header)  MATERIALS &amp; METHODS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quarter" idx="23" hasCustomPrompt="1"/>
          </p:nvPr>
        </p:nvSpPr>
        <p:spPr>
          <a:xfrm>
            <a:off x="11587164" y="21813410"/>
            <a:ext cx="20720050" cy="846363"/>
          </a:xfrm>
          <a:prstGeom prst="rect">
            <a:avLst/>
          </a:prstGeom>
        </p:spPr>
        <p:txBody>
          <a:bodyPr wrap="square" lIns="228589" tIns="228589" rIns="228589" bIns="228589">
            <a:spAutoFit/>
          </a:bodyPr>
          <a:lstStyle>
            <a:lvl1pPr marL="342883" indent="-342883">
              <a:buNone/>
              <a:defRPr sz="2500">
                <a:latin typeface="Trebuchet MS" pitchFamily="34" charset="0"/>
              </a:defRPr>
            </a:lvl1pPr>
            <a:lvl2pPr marL="1485825" indent="-571471">
              <a:defRPr sz="2500">
                <a:latin typeface="Trebuchet MS" pitchFamily="34" charset="0"/>
              </a:defRPr>
            </a:lvl2pPr>
            <a:lvl3pPr marL="2057297" indent="-571471">
              <a:defRPr sz="2500">
                <a:latin typeface="Trebuchet MS" pitchFamily="34" charset="0"/>
              </a:defRPr>
            </a:lvl3pPr>
            <a:lvl4pPr marL="2685916" indent="-628619">
              <a:defRPr sz="2500">
                <a:latin typeface="Trebuchet MS" pitchFamily="34" charset="0"/>
              </a:defRPr>
            </a:lvl4pPr>
            <a:lvl5pPr marL="3143093" indent="-457177">
              <a:defRPr sz="25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Enter your text here</a:t>
            </a:r>
          </a:p>
        </p:txBody>
      </p:sp>
      <p:sp>
        <p:nvSpPr>
          <p:cNvPr id="24" name="Text Placeholder 5"/>
          <p:cNvSpPr>
            <a:spLocks noGrp="1"/>
          </p:cNvSpPr>
          <p:nvPr>
            <p:ph type="body" sz="quarter" idx="24" hasCustomPrompt="1"/>
          </p:nvPr>
        </p:nvSpPr>
        <p:spPr>
          <a:xfrm>
            <a:off x="11587162" y="21074746"/>
            <a:ext cx="20720050" cy="754045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91436" tIns="91436" rIns="91436" bIns="91436" anchor="ctr" anchorCtr="0">
            <a:spAutoFit/>
          </a:bodyPr>
          <a:lstStyle>
            <a:lvl1pPr algn="ctr">
              <a:buNone/>
              <a:defRPr sz="37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(click to add)  RESULTS</a:t>
            </a:r>
          </a:p>
        </p:txBody>
      </p:sp>
      <p:sp>
        <p:nvSpPr>
          <p:cNvPr id="25" name="Text Placeholder 5"/>
          <p:cNvSpPr>
            <a:spLocks noGrp="1"/>
          </p:cNvSpPr>
          <p:nvPr>
            <p:ph type="body" sz="quarter" idx="25" hasCustomPrompt="1"/>
          </p:nvPr>
        </p:nvSpPr>
        <p:spPr>
          <a:xfrm>
            <a:off x="32924750" y="5265739"/>
            <a:ext cx="10047018" cy="754045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91436" tIns="91436" rIns="91436" bIns="91436" anchor="ctr" anchorCtr="0">
            <a:spAutoFit/>
          </a:bodyPr>
          <a:lstStyle>
            <a:lvl1pPr algn="ctr">
              <a:buNone/>
              <a:defRPr sz="37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(click to add) CONCLUSIONS</a:t>
            </a:r>
          </a:p>
        </p:txBody>
      </p:sp>
      <p:sp>
        <p:nvSpPr>
          <p:cNvPr id="26" name="Text Placeholder 3"/>
          <p:cNvSpPr>
            <a:spLocks noGrp="1"/>
          </p:cNvSpPr>
          <p:nvPr>
            <p:ph type="body" sz="quarter" idx="26" hasCustomPrompt="1"/>
          </p:nvPr>
        </p:nvSpPr>
        <p:spPr>
          <a:xfrm>
            <a:off x="32924750" y="6004405"/>
            <a:ext cx="10047018" cy="846363"/>
          </a:xfrm>
          <a:prstGeom prst="rect">
            <a:avLst/>
          </a:prstGeom>
        </p:spPr>
        <p:txBody>
          <a:bodyPr wrap="square" lIns="228589" tIns="228589" rIns="228589" bIns="228589">
            <a:spAutoFit/>
          </a:bodyPr>
          <a:lstStyle>
            <a:lvl1pPr marL="342883" indent="-342883">
              <a:buNone/>
              <a:defRPr sz="2500">
                <a:latin typeface="Trebuchet MS" pitchFamily="34" charset="0"/>
              </a:defRPr>
            </a:lvl1pPr>
            <a:lvl2pPr marL="1485825" indent="-571471">
              <a:defRPr sz="2500">
                <a:latin typeface="Trebuchet MS" pitchFamily="34" charset="0"/>
              </a:defRPr>
            </a:lvl2pPr>
            <a:lvl3pPr marL="2057297" indent="-571471">
              <a:defRPr sz="2500">
                <a:latin typeface="Trebuchet MS" pitchFamily="34" charset="0"/>
              </a:defRPr>
            </a:lvl3pPr>
            <a:lvl4pPr marL="2685916" indent="-628619">
              <a:defRPr sz="2500">
                <a:latin typeface="Trebuchet MS" pitchFamily="34" charset="0"/>
              </a:defRPr>
            </a:lvl4pPr>
            <a:lvl5pPr marL="3143093" indent="-457177">
              <a:defRPr sz="25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Enter your text here</a:t>
            </a:r>
          </a:p>
        </p:txBody>
      </p:sp>
      <p:sp>
        <p:nvSpPr>
          <p:cNvPr id="27" name="Text Placeholder 5"/>
          <p:cNvSpPr>
            <a:spLocks noGrp="1"/>
          </p:cNvSpPr>
          <p:nvPr>
            <p:ph type="body" sz="quarter" idx="27" hasCustomPrompt="1"/>
          </p:nvPr>
        </p:nvSpPr>
        <p:spPr>
          <a:xfrm>
            <a:off x="32919059" y="14272738"/>
            <a:ext cx="10047018" cy="754045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91436" tIns="91436" rIns="91436" bIns="91436" anchor="ctr" anchorCtr="0">
            <a:spAutoFit/>
          </a:bodyPr>
          <a:lstStyle>
            <a:lvl1pPr algn="ctr">
              <a:buNone/>
              <a:defRPr sz="37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(click to add) REFERENCES</a:t>
            </a:r>
          </a:p>
        </p:txBody>
      </p:sp>
      <p:sp>
        <p:nvSpPr>
          <p:cNvPr id="28" name="Text Placeholder 3"/>
          <p:cNvSpPr>
            <a:spLocks noGrp="1"/>
          </p:cNvSpPr>
          <p:nvPr>
            <p:ph type="body" sz="quarter" idx="28" hasCustomPrompt="1"/>
          </p:nvPr>
        </p:nvSpPr>
        <p:spPr>
          <a:xfrm>
            <a:off x="32997777" y="15011402"/>
            <a:ext cx="10052050" cy="846363"/>
          </a:xfrm>
          <a:prstGeom prst="rect">
            <a:avLst/>
          </a:prstGeom>
        </p:spPr>
        <p:txBody>
          <a:bodyPr wrap="square" lIns="228589" tIns="228589" rIns="228589" bIns="228589">
            <a:spAutoFit/>
          </a:bodyPr>
          <a:lstStyle>
            <a:lvl1pPr marL="342883" indent="-342883">
              <a:buNone/>
              <a:defRPr sz="2500">
                <a:latin typeface="Trebuchet MS" pitchFamily="34" charset="0"/>
              </a:defRPr>
            </a:lvl1pPr>
            <a:lvl2pPr marL="1485825" indent="-571471">
              <a:defRPr sz="2500">
                <a:latin typeface="Trebuchet MS" pitchFamily="34" charset="0"/>
              </a:defRPr>
            </a:lvl2pPr>
            <a:lvl3pPr marL="2057297" indent="-571471">
              <a:defRPr sz="2500">
                <a:latin typeface="Trebuchet MS" pitchFamily="34" charset="0"/>
              </a:defRPr>
            </a:lvl3pPr>
            <a:lvl4pPr marL="2685916" indent="-628619">
              <a:defRPr sz="2500">
                <a:latin typeface="Trebuchet MS" pitchFamily="34" charset="0"/>
              </a:defRPr>
            </a:lvl4pPr>
            <a:lvl5pPr marL="3143093" indent="-457177">
              <a:defRPr sz="25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Enter your text here</a:t>
            </a:r>
          </a:p>
        </p:txBody>
      </p:sp>
      <p:sp>
        <p:nvSpPr>
          <p:cNvPr id="29" name="Text Placeholder 5"/>
          <p:cNvSpPr>
            <a:spLocks noGrp="1"/>
          </p:cNvSpPr>
          <p:nvPr>
            <p:ph type="body" sz="quarter" idx="29" hasCustomPrompt="1"/>
          </p:nvPr>
        </p:nvSpPr>
        <p:spPr>
          <a:xfrm>
            <a:off x="32924750" y="25669876"/>
            <a:ext cx="10047018" cy="754045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91436" tIns="91436" rIns="91436" bIns="91436" anchor="ctr" anchorCtr="0">
            <a:spAutoFit/>
          </a:bodyPr>
          <a:lstStyle>
            <a:lvl1pPr algn="ctr">
              <a:buNone/>
              <a:defRPr sz="37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(click to add)  ACKNOWLEDGEMENTS or CONTACT</a:t>
            </a:r>
          </a:p>
        </p:txBody>
      </p:sp>
      <p:sp>
        <p:nvSpPr>
          <p:cNvPr id="30" name="Text Placeholder 3"/>
          <p:cNvSpPr>
            <a:spLocks noGrp="1"/>
          </p:cNvSpPr>
          <p:nvPr>
            <p:ph type="body" sz="quarter" idx="30" hasCustomPrompt="1"/>
          </p:nvPr>
        </p:nvSpPr>
        <p:spPr>
          <a:xfrm>
            <a:off x="32905536" y="26436774"/>
            <a:ext cx="10052050" cy="846363"/>
          </a:xfrm>
          <a:prstGeom prst="rect">
            <a:avLst/>
          </a:prstGeom>
        </p:spPr>
        <p:txBody>
          <a:bodyPr wrap="square" lIns="228589" tIns="228589" rIns="228589" bIns="228589">
            <a:spAutoFit/>
          </a:bodyPr>
          <a:lstStyle>
            <a:lvl1pPr marL="342883" indent="-342883">
              <a:buNone/>
              <a:defRPr sz="2500">
                <a:latin typeface="Trebuchet MS" pitchFamily="34" charset="0"/>
              </a:defRPr>
            </a:lvl1pPr>
            <a:lvl2pPr marL="1485825" indent="-571471">
              <a:defRPr sz="2500">
                <a:latin typeface="Trebuchet MS" pitchFamily="34" charset="0"/>
              </a:defRPr>
            </a:lvl2pPr>
            <a:lvl3pPr marL="2057297" indent="-571471">
              <a:defRPr sz="2500">
                <a:latin typeface="Trebuchet MS" pitchFamily="34" charset="0"/>
              </a:defRPr>
            </a:lvl3pPr>
            <a:lvl4pPr marL="2685916" indent="-628619">
              <a:defRPr sz="2500">
                <a:latin typeface="Trebuchet MS" pitchFamily="34" charset="0"/>
              </a:defRPr>
            </a:lvl4pPr>
            <a:lvl5pPr marL="3143093" indent="-457177">
              <a:defRPr sz="25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Enter your text here</a:t>
            </a:r>
          </a:p>
        </p:txBody>
      </p:sp>
      <p:sp>
        <p:nvSpPr>
          <p:cNvPr id="60" name="Title 1"/>
          <p:cNvSpPr>
            <a:spLocks noGrp="1"/>
          </p:cNvSpPr>
          <p:nvPr>
            <p:ph type="title" hasCustomPrompt="1"/>
          </p:nvPr>
        </p:nvSpPr>
        <p:spPr>
          <a:xfrm>
            <a:off x="5932593" y="457202"/>
            <a:ext cx="32009976" cy="1447800"/>
          </a:xfrm>
          <a:prstGeom prst="rect">
            <a:avLst/>
          </a:prstGeom>
        </p:spPr>
        <p:txBody>
          <a:bodyPr lIns="91436" tIns="45717" rIns="91436" bIns="45717" anchor="ctr" anchorCtr="0"/>
          <a:lstStyle>
            <a:lvl1pPr>
              <a:defRPr b="1"/>
            </a:lvl1pPr>
          </a:lstStyle>
          <a:p>
            <a:r>
              <a:rPr lang="en-US" dirty="0"/>
              <a:t>Click here to add the poster title</a:t>
            </a:r>
          </a:p>
        </p:txBody>
      </p:sp>
      <p:sp>
        <p:nvSpPr>
          <p:cNvPr id="61" name="Text Placeholder 76"/>
          <p:cNvSpPr>
            <a:spLocks noGrp="1"/>
          </p:cNvSpPr>
          <p:nvPr>
            <p:ph type="body" sz="quarter" idx="150" hasCustomPrompt="1"/>
          </p:nvPr>
        </p:nvSpPr>
        <p:spPr>
          <a:xfrm>
            <a:off x="5932593" y="3185162"/>
            <a:ext cx="31998968" cy="1280160"/>
          </a:xfrm>
          <a:prstGeom prst="rect">
            <a:avLst/>
          </a:prstGeom>
        </p:spPr>
        <p:txBody>
          <a:bodyPr/>
          <a:lstStyle>
            <a:lvl1pPr algn="ctr">
              <a:buFontTx/>
              <a:buNone/>
              <a:defRPr sz="5400">
                <a:solidFill>
                  <a:schemeClr val="bg1"/>
                </a:solidFill>
              </a:defRPr>
            </a:lvl1pPr>
            <a:lvl2pPr>
              <a:buFontTx/>
              <a:buNone/>
              <a:defRPr sz="7200"/>
            </a:lvl2pPr>
            <a:lvl3pPr>
              <a:buFontTx/>
              <a:buNone/>
              <a:defRPr sz="7200"/>
            </a:lvl3pPr>
            <a:lvl4pPr>
              <a:buFontTx/>
              <a:buNone/>
              <a:defRPr sz="7200"/>
            </a:lvl4pPr>
            <a:lvl5pPr>
              <a:buFontTx/>
              <a:buNone/>
              <a:defRPr sz="7200"/>
            </a:lvl5pPr>
          </a:lstStyle>
          <a:p>
            <a:pPr lvl="0"/>
            <a:r>
              <a:rPr lang="en-US" dirty="0"/>
              <a:t>Click here to add authors</a:t>
            </a:r>
          </a:p>
        </p:txBody>
      </p:sp>
      <p:sp>
        <p:nvSpPr>
          <p:cNvPr id="62" name="Text Placeholder 76"/>
          <p:cNvSpPr>
            <a:spLocks noGrp="1"/>
          </p:cNvSpPr>
          <p:nvPr>
            <p:ph type="body" sz="quarter" idx="151" hasCustomPrompt="1"/>
          </p:nvPr>
        </p:nvSpPr>
        <p:spPr>
          <a:xfrm>
            <a:off x="5932593" y="1905002"/>
            <a:ext cx="31998968" cy="1280160"/>
          </a:xfrm>
          <a:prstGeom prst="rect">
            <a:avLst/>
          </a:prstGeom>
        </p:spPr>
        <p:txBody>
          <a:bodyPr/>
          <a:lstStyle>
            <a:lvl1pPr algn="ctr">
              <a:buFontTx/>
              <a:buNone/>
              <a:defRPr sz="7200">
                <a:solidFill>
                  <a:schemeClr val="bg1"/>
                </a:solidFill>
              </a:defRPr>
            </a:lvl1pPr>
            <a:lvl2pPr>
              <a:buFontTx/>
              <a:buNone/>
              <a:defRPr sz="7200"/>
            </a:lvl2pPr>
            <a:lvl3pPr>
              <a:buFontTx/>
              <a:buNone/>
              <a:defRPr sz="7200"/>
            </a:lvl3pPr>
            <a:lvl4pPr>
              <a:buFontTx/>
              <a:buNone/>
              <a:defRPr sz="7200"/>
            </a:lvl4pPr>
            <a:lvl5pPr>
              <a:buFontTx/>
              <a:buNone/>
              <a:defRPr sz="7200"/>
            </a:lvl5pPr>
          </a:lstStyle>
          <a:p>
            <a:pPr lvl="0"/>
            <a:r>
              <a:rPr lang="en-US" dirty="0"/>
              <a:t>Click here to add authors</a:t>
            </a:r>
          </a:p>
        </p:txBody>
      </p:sp>
      <p:sp>
        <p:nvSpPr>
          <p:cNvPr id="71" name="Text Placeholder 5"/>
          <p:cNvSpPr>
            <a:spLocks noGrp="1"/>
          </p:cNvSpPr>
          <p:nvPr>
            <p:ph type="body" sz="quarter" idx="95" hasCustomPrompt="1"/>
          </p:nvPr>
        </p:nvSpPr>
        <p:spPr>
          <a:xfrm>
            <a:off x="-10408283" y="18288001"/>
            <a:ext cx="10050462" cy="754045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91436" tIns="91436" rIns="91436" bIns="91436" anchor="ctr" anchorCtr="0">
            <a:spAutoFit/>
          </a:bodyPr>
          <a:lstStyle>
            <a:lvl1pPr algn="ctr">
              <a:buNone/>
              <a:defRPr sz="37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72" name="Text Placeholder 3"/>
          <p:cNvSpPr>
            <a:spLocks noGrp="1"/>
          </p:cNvSpPr>
          <p:nvPr>
            <p:ph type="body" sz="quarter" idx="107" hasCustomPrompt="1"/>
          </p:nvPr>
        </p:nvSpPr>
        <p:spPr>
          <a:xfrm>
            <a:off x="-10408283" y="21259801"/>
            <a:ext cx="10056813" cy="846363"/>
          </a:xfrm>
          <a:prstGeom prst="rect">
            <a:avLst/>
          </a:prstGeom>
        </p:spPr>
        <p:txBody>
          <a:bodyPr wrap="square" lIns="228589" tIns="228589" rIns="228589" bIns="228589">
            <a:spAutoFit/>
          </a:bodyPr>
          <a:lstStyle>
            <a:lvl1pPr marL="0" indent="0">
              <a:buNone/>
              <a:defRPr sz="2500" baseline="0">
                <a:latin typeface="Trebuchet MS" pitchFamily="34" charset="0"/>
              </a:defRPr>
            </a:lvl1pPr>
            <a:lvl2pPr marL="1485825" indent="-571471">
              <a:defRPr sz="2500">
                <a:latin typeface="Trebuchet MS" pitchFamily="34" charset="0"/>
              </a:defRPr>
            </a:lvl2pPr>
            <a:lvl3pPr marL="2057297" indent="-571471">
              <a:defRPr sz="2500">
                <a:latin typeface="Trebuchet MS" pitchFamily="34" charset="0"/>
              </a:defRPr>
            </a:lvl3pPr>
            <a:lvl4pPr marL="2685916" indent="-628619">
              <a:defRPr sz="2500">
                <a:latin typeface="Trebuchet MS" pitchFamily="34" charset="0"/>
              </a:defRPr>
            </a:lvl4pPr>
            <a:lvl5pPr marL="3143093" indent="-457177">
              <a:defRPr sz="25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TEXT PLACEHOLDER</a:t>
            </a:r>
          </a:p>
        </p:txBody>
      </p:sp>
      <p:sp>
        <p:nvSpPr>
          <p:cNvPr id="73" name="Text Placeholder 3"/>
          <p:cNvSpPr>
            <a:spLocks noGrp="1"/>
          </p:cNvSpPr>
          <p:nvPr>
            <p:ph type="body" sz="quarter" idx="116" hasCustomPrompt="1"/>
          </p:nvPr>
        </p:nvSpPr>
        <p:spPr>
          <a:xfrm>
            <a:off x="-10408283" y="21259801"/>
            <a:ext cx="10056813" cy="846363"/>
          </a:xfrm>
          <a:prstGeom prst="rect">
            <a:avLst/>
          </a:prstGeom>
        </p:spPr>
        <p:txBody>
          <a:bodyPr wrap="square" lIns="228589" tIns="228589" rIns="228589" bIns="228589">
            <a:spAutoFit/>
          </a:bodyPr>
          <a:lstStyle>
            <a:lvl1pPr marL="0" indent="0">
              <a:buNone/>
              <a:defRPr sz="2500" baseline="0">
                <a:latin typeface="Trebuchet MS" pitchFamily="34" charset="0"/>
              </a:defRPr>
            </a:lvl1pPr>
            <a:lvl2pPr marL="1485825" indent="-571471">
              <a:defRPr sz="2500">
                <a:latin typeface="Trebuchet MS" pitchFamily="34" charset="0"/>
              </a:defRPr>
            </a:lvl2pPr>
            <a:lvl3pPr marL="2057297" indent="-571471">
              <a:defRPr sz="2500">
                <a:latin typeface="Trebuchet MS" pitchFamily="34" charset="0"/>
              </a:defRPr>
            </a:lvl3pPr>
            <a:lvl4pPr marL="2685916" indent="-628619">
              <a:defRPr sz="2500">
                <a:latin typeface="Trebuchet MS" pitchFamily="34" charset="0"/>
              </a:defRPr>
            </a:lvl4pPr>
            <a:lvl5pPr marL="3143093" indent="-457177">
              <a:defRPr sz="25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TEXT PLACEHOLDER</a:t>
            </a:r>
          </a:p>
        </p:txBody>
      </p:sp>
      <p:sp>
        <p:nvSpPr>
          <p:cNvPr id="74" name="Text Placeholder 3"/>
          <p:cNvSpPr>
            <a:spLocks noGrp="1"/>
          </p:cNvSpPr>
          <p:nvPr>
            <p:ph type="body" sz="quarter" idx="117" hasCustomPrompt="1"/>
          </p:nvPr>
        </p:nvSpPr>
        <p:spPr>
          <a:xfrm>
            <a:off x="-10408283" y="21259801"/>
            <a:ext cx="10056813" cy="846363"/>
          </a:xfrm>
          <a:prstGeom prst="rect">
            <a:avLst/>
          </a:prstGeom>
        </p:spPr>
        <p:txBody>
          <a:bodyPr wrap="square" lIns="228589" tIns="228589" rIns="228589" bIns="228589">
            <a:spAutoFit/>
          </a:bodyPr>
          <a:lstStyle>
            <a:lvl1pPr marL="0" indent="0">
              <a:buNone/>
              <a:defRPr sz="2500" baseline="0">
                <a:latin typeface="Trebuchet MS" pitchFamily="34" charset="0"/>
              </a:defRPr>
            </a:lvl1pPr>
            <a:lvl2pPr marL="1485825" indent="-571471">
              <a:defRPr sz="2500">
                <a:latin typeface="Trebuchet MS" pitchFamily="34" charset="0"/>
              </a:defRPr>
            </a:lvl2pPr>
            <a:lvl3pPr marL="2057297" indent="-571471">
              <a:defRPr sz="2500">
                <a:latin typeface="Trebuchet MS" pitchFamily="34" charset="0"/>
              </a:defRPr>
            </a:lvl3pPr>
            <a:lvl4pPr marL="2685916" indent="-628619">
              <a:defRPr sz="2500">
                <a:latin typeface="Trebuchet MS" pitchFamily="34" charset="0"/>
              </a:defRPr>
            </a:lvl4pPr>
            <a:lvl5pPr marL="3143093" indent="-457177">
              <a:defRPr sz="25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TEXT PLACEHOLDER</a:t>
            </a:r>
          </a:p>
        </p:txBody>
      </p:sp>
      <p:sp>
        <p:nvSpPr>
          <p:cNvPr id="75" name="Text Placeholder 3"/>
          <p:cNvSpPr>
            <a:spLocks noGrp="1"/>
          </p:cNvSpPr>
          <p:nvPr>
            <p:ph type="body" sz="quarter" idx="118" hasCustomPrompt="1"/>
          </p:nvPr>
        </p:nvSpPr>
        <p:spPr>
          <a:xfrm>
            <a:off x="-10408283" y="21259801"/>
            <a:ext cx="10056813" cy="846363"/>
          </a:xfrm>
          <a:prstGeom prst="rect">
            <a:avLst/>
          </a:prstGeom>
        </p:spPr>
        <p:txBody>
          <a:bodyPr wrap="square" lIns="228589" tIns="228589" rIns="228589" bIns="228589">
            <a:spAutoFit/>
          </a:bodyPr>
          <a:lstStyle>
            <a:lvl1pPr marL="0" indent="0">
              <a:buNone/>
              <a:defRPr sz="2500" baseline="0">
                <a:latin typeface="Trebuchet MS" pitchFamily="34" charset="0"/>
              </a:defRPr>
            </a:lvl1pPr>
            <a:lvl2pPr marL="1485825" indent="-571471">
              <a:defRPr sz="2500">
                <a:latin typeface="Trebuchet MS" pitchFamily="34" charset="0"/>
              </a:defRPr>
            </a:lvl2pPr>
            <a:lvl3pPr marL="2057297" indent="-571471">
              <a:defRPr sz="2500">
                <a:latin typeface="Trebuchet MS" pitchFamily="34" charset="0"/>
              </a:defRPr>
            </a:lvl3pPr>
            <a:lvl4pPr marL="2685916" indent="-628619">
              <a:defRPr sz="2500">
                <a:latin typeface="Trebuchet MS" pitchFamily="34" charset="0"/>
              </a:defRPr>
            </a:lvl4pPr>
            <a:lvl5pPr marL="3143093" indent="-457177">
              <a:defRPr sz="25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TEXT PLACEHOLDER</a:t>
            </a:r>
          </a:p>
        </p:txBody>
      </p:sp>
      <p:sp>
        <p:nvSpPr>
          <p:cNvPr id="76" name="Text Placeholder 3"/>
          <p:cNvSpPr>
            <a:spLocks noGrp="1"/>
          </p:cNvSpPr>
          <p:nvPr>
            <p:ph type="body" sz="quarter" idx="119" hasCustomPrompt="1"/>
          </p:nvPr>
        </p:nvSpPr>
        <p:spPr>
          <a:xfrm>
            <a:off x="-10408283" y="21259801"/>
            <a:ext cx="10056813" cy="846363"/>
          </a:xfrm>
          <a:prstGeom prst="rect">
            <a:avLst/>
          </a:prstGeom>
        </p:spPr>
        <p:txBody>
          <a:bodyPr wrap="square" lIns="228589" tIns="228589" rIns="228589" bIns="228589">
            <a:spAutoFit/>
          </a:bodyPr>
          <a:lstStyle>
            <a:lvl1pPr marL="0" indent="0">
              <a:buNone/>
              <a:defRPr sz="2500" baseline="0">
                <a:latin typeface="Trebuchet MS" pitchFamily="34" charset="0"/>
              </a:defRPr>
            </a:lvl1pPr>
            <a:lvl2pPr marL="1485825" indent="-571471">
              <a:defRPr sz="2500">
                <a:latin typeface="Trebuchet MS" pitchFamily="34" charset="0"/>
              </a:defRPr>
            </a:lvl2pPr>
            <a:lvl3pPr marL="2057297" indent="-571471">
              <a:defRPr sz="2500">
                <a:latin typeface="Trebuchet MS" pitchFamily="34" charset="0"/>
              </a:defRPr>
            </a:lvl3pPr>
            <a:lvl4pPr marL="2685916" indent="-628619">
              <a:defRPr sz="2500">
                <a:latin typeface="Trebuchet MS" pitchFamily="34" charset="0"/>
              </a:defRPr>
            </a:lvl4pPr>
            <a:lvl5pPr marL="3143093" indent="-457177">
              <a:defRPr sz="25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TEXT PLACEHOLDER</a:t>
            </a:r>
          </a:p>
        </p:txBody>
      </p:sp>
      <p:sp>
        <p:nvSpPr>
          <p:cNvPr id="77" name="Text Placeholder 3"/>
          <p:cNvSpPr>
            <a:spLocks noGrp="1"/>
          </p:cNvSpPr>
          <p:nvPr>
            <p:ph type="body" sz="quarter" idx="120" hasCustomPrompt="1"/>
          </p:nvPr>
        </p:nvSpPr>
        <p:spPr>
          <a:xfrm>
            <a:off x="-10408283" y="21259801"/>
            <a:ext cx="10056813" cy="846363"/>
          </a:xfrm>
          <a:prstGeom prst="rect">
            <a:avLst/>
          </a:prstGeom>
        </p:spPr>
        <p:txBody>
          <a:bodyPr wrap="square" lIns="228589" tIns="228589" rIns="228589" bIns="228589">
            <a:spAutoFit/>
          </a:bodyPr>
          <a:lstStyle>
            <a:lvl1pPr marL="0" indent="0">
              <a:buNone/>
              <a:defRPr sz="2500" baseline="0">
                <a:latin typeface="Trebuchet MS" pitchFamily="34" charset="0"/>
              </a:defRPr>
            </a:lvl1pPr>
            <a:lvl2pPr marL="1485825" indent="-571471">
              <a:defRPr sz="2500">
                <a:latin typeface="Trebuchet MS" pitchFamily="34" charset="0"/>
              </a:defRPr>
            </a:lvl2pPr>
            <a:lvl3pPr marL="2057297" indent="-571471">
              <a:defRPr sz="2500">
                <a:latin typeface="Trebuchet MS" pitchFamily="34" charset="0"/>
              </a:defRPr>
            </a:lvl3pPr>
            <a:lvl4pPr marL="2685916" indent="-628619">
              <a:defRPr sz="2500">
                <a:latin typeface="Trebuchet MS" pitchFamily="34" charset="0"/>
              </a:defRPr>
            </a:lvl4pPr>
            <a:lvl5pPr marL="3143093" indent="-457177">
              <a:defRPr sz="25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TEXT PLACEHOLDER</a:t>
            </a:r>
          </a:p>
        </p:txBody>
      </p:sp>
      <p:sp>
        <p:nvSpPr>
          <p:cNvPr id="78" name="Text Placeholder 3"/>
          <p:cNvSpPr>
            <a:spLocks noGrp="1"/>
          </p:cNvSpPr>
          <p:nvPr>
            <p:ph type="body" sz="quarter" idx="121" hasCustomPrompt="1"/>
          </p:nvPr>
        </p:nvSpPr>
        <p:spPr>
          <a:xfrm>
            <a:off x="-10408283" y="21259801"/>
            <a:ext cx="10056813" cy="846363"/>
          </a:xfrm>
          <a:prstGeom prst="rect">
            <a:avLst/>
          </a:prstGeom>
        </p:spPr>
        <p:txBody>
          <a:bodyPr wrap="square" lIns="228589" tIns="228589" rIns="228589" bIns="228589">
            <a:spAutoFit/>
          </a:bodyPr>
          <a:lstStyle>
            <a:lvl1pPr marL="0" indent="0">
              <a:buNone/>
              <a:defRPr sz="2500" baseline="0">
                <a:latin typeface="Trebuchet MS" pitchFamily="34" charset="0"/>
              </a:defRPr>
            </a:lvl1pPr>
            <a:lvl2pPr marL="1485825" indent="-571471">
              <a:defRPr sz="2500">
                <a:latin typeface="Trebuchet MS" pitchFamily="34" charset="0"/>
              </a:defRPr>
            </a:lvl2pPr>
            <a:lvl3pPr marL="2057297" indent="-571471">
              <a:defRPr sz="2500">
                <a:latin typeface="Trebuchet MS" pitchFamily="34" charset="0"/>
              </a:defRPr>
            </a:lvl3pPr>
            <a:lvl4pPr marL="2685916" indent="-628619">
              <a:defRPr sz="2500">
                <a:latin typeface="Trebuchet MS" pitchFamily="34" charset="0"/>
              </a:defRPr>
            </a:lvl4pPr>
            <a:lvl5pPr marL="3143093" indent="-457177">
              <a:defRPr sz="25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TEXT PLACEHOLDER</a:t>
            </a:r>
          </a:p>
        </p:txBody>
      </p:sp>
      <p:sp>
        <p:nvSpPr>
          <p:cNvPr id="79" name="Text Placeholder 3"/>
          <p:cNvSpPr>
            <a:spLocks noGrp="1"/>
          </p:cNvSpPr>
          <p:nvPr>
            <p:ph type="body" sz="quarter" idx="122" hasCustomPrompt="1"/>
          </p:nvPr>
        </p:nvSpPr>
        <p:spPr>
          <a:xfrm>
            <a:off x="-10408283" y="21259801"/>
            <a:ext cx="10056813" cy="846363"/>
          </a:xfrm>
          <a:prstGeom prst="rect">
            <a:avLst/>
          </a:prstGeom>
        </p:spPr>
        <p:txBody>
          <a:bodyPr wrap="square" lIns="228589" tIns="228589" rIns="228589" bIns="228589">
            <a:spAutoFit/>
          </a:bodyPr>
          <a:lstStyle>
            <a:lvl1pPr marL="0" indent="0">
              <a:buNone/>
              <a:defRPr sz="2500" baseline="0">
                <a:latin typeface="Trebuchet MS" pitchFamily="34" charset="0"/>
              </a:defRPr>
            </a:lvl1pPr>
            <a:lvl2pPr marL="1485825" indent="-571471">
              <a:defRPr sz="2500">
                <a:latin typeface="Trebuchet MS" pitchFamily="34" charset="0"/>
              </a:defRPr>
            </a:lvl2pPr>
            <a:lvl3pPr marL="2057297" indent="-571471">
              <a:defRPr sz="2500">
                <a:latin typeface="Trebuchet MS" pitchFamily="34" charset="0"/>
              </a:defRPr>
            </a:lvl3pPr>
            <a:lvl4pPr marL="2685916" indent="-628619">
              <a:defRPr sz="2500">
                <a:latin typeface="Trebuchet MS" pitchFamily="34" charset="0"/>
              </a:defRPr>
            </a:lvl4pPr>
            <a:lvl5pPr marL="3143093" indent="-457177">
              <a:defRPr sz="25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TEXT PLACEHOLDER</a:t>
            </a:r>
          </a:p>
        </p:txBody>
      </p:sp>
      <p:sp>
        <p:nvSpPr>
          <p:cNvPr id="80" name="Text Placeholder 3"/>
          <p:cNvSpPr>
            <a:spLocks noGrp="1"/>
          </p:cNvSpPr>
          <p:nvPr>
            <p:ph type="body" sz="quarter" idx="123" hasCustomPrompt="1"/>
          </p:nvPr>
        </p:nvSpPr>
        <p:spPr>
          <a:xfrm>
            <a:off x="-10408283" y="21259801"/>
            <a:ext cx="10056813" cy="846363"/>
          </a:xfrm>
          <a:prstGeom prst="rect">
            <a:avLst/>
          </a:prstGeom>
        </p:spPr>
        <p:txBody>
          <a:bodyPr wrap="square" lIns="228589" tIns="228589" rIns="228589" bIns="228589">
            <a:spAutoFit/>
          </a:bodyPr>
          <a:lstStyle>
            <a:lvl1pPr marL="0" indent="0">
              <a:buNone/>
              <a:defRPr sz="2500" baseline="0">
                <a:latin typeface="Trebuchet MS" pitchFamily="34" charset="0"/>
              </a:defRPr>
            </a:lvl1pPr>
            <a:lvl2pPr marL="1485825" indent="-571471">
              <a:defRPr sz="2500">
                <a:latin typeface="Trebuchet MS" pitchFamily="34" charset="0"/>
              </a:defRPr>
            </a:lvl2pPr>
            <a:lvl3pPr marL="2057297" indent="-571471">
              <a:defRPr sz="2500">
                <a:latin typeface="Trebuchet MS" pitchFamily="34" charset="0"/>
              </a:defRPr>
            </a:lvl3pPr>
            <a:lvl4pPr marL="2685916" indent="-628619">
              <a:defRPr sz="2500">
                <a:latin typeface="Trebuchet MS" pitchFamily="34" charset="0"/>
              </a:defRPr>
            </a:lvl4pPr>
            <a:lvl5pPr marL="3143093" indent="-457177">
              <a:defRPr sz="25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TEXT PLACEHOLDER</a:t>
            </a:r>
          </a:p>
        </p:txBody>
      </p:sp>
      <p:sp>
        <p:nvSpPr>
          <p:cNvPr id="81" name="Text Placeholder 3"/>
          <p:cNvSpPr>
            <a:spLocks noGrp="1"/>
          </p:cNvSpPr>
          <p:nvPr>
            <p:ph type="body" sz="quarter" idx="124" hasCustomPrompt="1"/>
          </p:nvPr>
        </p:nvSpPr>
        <p:spPr>
          <a:xfrm>
            <a:off x="-10408283" y="21259801"/>
            <a:ext cx="10056813" cy="846363"/>
          </a:xfrm>
          <a:prstGeom prst="rect">
            <a:avLst/>
          </a:prstGeom>
        </p:spPr>
        <p:txBody>
          <a:bodyPr wrap="square" lIns="228589" tIns="228589" rIns="228589" bIns="228589">
            <a:spAutoFit/>
          </a:bodyPr>
          <a:lstStyle>
            <a:lvl1pPr marL="0" indent="0">
              <a:buNone/>
              <a:defRPr sz="2500" baseline="0">
                <a:latin typeface="Trebuchet MS" pitchFamily="34" charset="0"/>
              </a:defRPr>
            </a:lvl1pPr>
            <a:lvl2pPr marL="1485825" indent="-571471">
              <a:defRPr sz="2500">
                <a:latin typeface="Trebuchet MS" pitchFamily="34" charset="0"/>
              </a:defRPr>
            </a:lvl2pPr>
            <a:lvl3pPr marL="2057297" indent="-571471">
              <a:defRPr sz="2500">
                <a:latin typeface="Trebuchet MS" pitchFamily="34" charset="0"/>
              </a:defRPr>
            </a:lvl3pPr>
            <a:lvl4pPr marL="2685916" indent="-628619">
              <a:defRPr sz="2500">
                <a:latin typeface="Trebuchet MS" pitchFamily="34" charset="0"/>
              </a:defRPr>
            </a:lvl4pPr>
            <a:lvl5pPr marL="3143093" indent="-457177">
              <a:defRPr sz="25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TEXT PLACEHOLDER</a:t>
            </a:r>
          </a:p>
        </p:txBody>
      </p:sp>
      <p:sp>
        <p:nvSpPr>
          <p:cNvPr id="82" name="Text Placeholder 3"/>
          <p:cNvSpPr>
            <a:spLocks noGrp="1"/>
          </p:cNvSpPr>
          <p:nvPr>
            <p:ph type="body" sz="quarter" idx="125" hasCustomPrompt="1"/>
          </p:nvPr>
        </p:nvSpPr>
        <p:spPr>
          <a:xfrm>
            <a:off x="-10408283" y="21259801"/>
            <a:ext cx="10056813" cy="846363"/>
          </a:xfrm>
          <a:prstGeom prst="rect">
            <a:avLst/>
          </a:prstGeom>
        </p:spPr>
        <p:txBody>
          <a:bodyPr wrap="square" lIns="228589" tIns="228589" rIns="228589" bIns="228589">
            <a:spAutoFit/>
          </a:bodyPr>
          <a:lstStyle>
            <a:lvl1pPr marL="0" indent="0">
              <a:buNone/>
              <a:defRPr sz="2500" baseline="0">
                <a:latin typeface="Trebuchet MS" pitchFamily="34" charset="0"/>
              </a:defRPr>
            </a:lvl1pPr>
            <a:lvl2pPr marL="1485825" indent="-571471">
              <a:defRPr sz="2500">
                <a:latin typeface="Trebuchet MS" pitchFamily="34" charset="0"/>
              </a:defRPr>
            </a:lvl2pPr>
            <a:lvl3pPr marL="2057297" indent="-571471">
              <a:defRPr sz="2500">
                <a:latin typeface="Trebuchet MS" pitchFamily="34" charset="0"/>
              </a:defRPr>
            </a:lvl3pPr>
            <a:lvl4pPr marL="2685916" indent="-628619">
              <a:defRPr sz="2500">
                <a:latin typeface="Trebuchet MS" pitchFamily="34" charset="0"/>
              </a:defRPr>
            </a:lvl4pPr>
            <a:lvl5pPr marL="3143093" indent="-457177">
              <a:defRPr sz="25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TEXT PLACEHOLDER</a:t>
            </a:r>
          </a:p>
        </p:txBody>
      </p:sp>
      <p:sp>
        <p:nvSpPr>
          <p:cNvPr id="83" name="Picture Placeholder 13"/>
          <p:cNvSpPr>
            <a:spLocks noGrp="1"/>
          </p:cNvSpPr>
          <p:nvPr>
            <p:ph type="pic" sz="quarter" idx="115" hasCustomPrompt="1"/>
          </p:nvPr>
        </p:nvSpPr>
        <p:spPr>
          <a:xfrm>
            <a:off x="-9326880" y="25313640"/>
            <a:ext cx="7909559" cy="4840110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/>
        </p:spPr>
        <p:txBody>
          <a:bodyPr lIns="91436" tIns="45717" rIns="91436" bIns="45717" anchor="ctr"/>
          <a:lstStyle>
            <a:lvl1pPr marL="0" indent="0" algn="ctr">
              <a:buNone/>
              <a:defRPr sz="4000" b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PICTURE PLACEHOLDER</a:t>
            </a:r>
          </a:p>
        </p:txBody>
      </p:sp>
      <p:sp>
        <p:nvSpPr>
          <p:cNvPr id="84" name="Picture Placeholder 13"/>
          <p:cNvSpPr>
            <a:spLocks noGrp="1"/>
          </p:cNvSpPr>
          <p:nvPr>
            <p:ph type="pic" sz="quarter" idx="126" hasCustomPrompt="1"/>
          </p:nvPr>
        </p:nvSpPr>
        <p:spPr>
          <a:xfrm>
            <a:off x="-9326880" y="25313640"/>
            <a:ext cx="7909559" cy="4840110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/>
        </p:spPr>
        <p:txBody>
          <a:bodyPr lIns="91436" tIns="45717" rIns="91436" bIns="45717" anchor="ctr"/>
          <a:lstStyle>
            <a:lvl1pPr marL="0" indent="0" algn="ctr">
              <a:buNone/>
              <a:defRPr sz="4000" b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PICTURE PLACEHOLDER</a:t>
            </a:r>
          </a:p>
        </p:txBody>
      </p:sp>
      <p:sp>
        <p:nvSpPr>
          <p:cNvPr id="85" name="Picture Placeholder 13"/>
          <p:cNvSpPr>
            <a:spLocks noGrp="1"/>
          </p:cNvSpPr>
          <p:nvPr>
            <p:ph type="pic" sz="quarter" idx="127" hasCustomPrompt="1"/>
          </p:nvPr>
        </p:nvSpPr>
        <p:spPr>
          <a:xfrm>
            <a:off x="-9326880" y="25313640"/>
            <a:ext cx="7909559" cy="4840110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/>
        </p:spPr>
        <p:txBody>
          <a:bodyPr lIns="91436" tIns="45717" rIns="91436" bIns="45717" anchor="ctr"/>
          <a:lstStyle>
            <a:lvl1pPr marL="0" indent="0" algn="ctr">
              <a:buNone/>
              <a:defRPr sz="4000" b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PICTURE PLACEHOLDER</a:t>
            </a:r>
          </a:p>
        </p:txBody>
      </p:sp>
      <p:sp>
        <p:nvSpPr>
          <p:cNvPr id="86" name="Picture Placeholder 13"/>
          <p:cNvSpPr>
            <a:spLocks noGrp="1"/>
          </p:cNvSpPr>
          <p:nvPr>
            <p:ph type="pic" sz="quarter" idx="128" hasCustomPrompt="1"/>
          </p:nvPr>
        </p:nvSpPr>
        <p:spPr>
          <a:xfrm>
            <a:off x="-9326880" y="25313640"/>
            <a:ext cx="7909559" cy="4840110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/>
        </p:spPr>
        <p:txBody>
          <a:bodyPr lIns="91436" tIns="45717" rIns="91436" bIns="45717" anchor="ctr"/>
          <a:lstStyle>
            <a:lvl1pPr marL="0" indent="0" algn="ctr">
              <a:buNone/>
              <a:defRPr sz="4000" b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PICTURE PLACEHOLDER</a:t>
            </a:r>
          </a:p>
        </p:txBody>
      </p:sp>
      <p:sp>
        <p:nvSpPr>
          <p:cNvPr id="87" name="Picture Placeholder 13"/>
          <p:cNvSpPr>
            <a:spLocks noGrp="1"/>
          </p:cNvSpPr>
          <p:nvPr>
            <p:ph type="pic" sz="quarter" idx="129" hasCustomPrompt="1"/>
          </p:nvPr>
        </p:nvSpPr>
        <p:spPr>
          <a:xfrm>
            <a:off x="-9326880" y="25313640"/>
            <a:ext cx="7909559" cy="4840110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/>
        </p:spPr>
        <p:txBody>
          <a:bodyPr lIns="91436" tIns="45717" rIns="91436" bIns="45717" anchor="ctr"/>
          <a:lstStyle>
            <a:lvl1pPr marL="0" indent="0" algn="ctr">
              <a:buNone/>
              <a:defRPr sz="4000" b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PICTURE PLACEHOLDER</a:t>
            </a:r>
          </a:p>
        </p:txBody>
      </p:sp>
      <p:sp>
        <p:nvSpPr>
          <p:cNvPr id="88" name="Picture Placeholder 13"/>
          <p:cNvSpPr>
            <a:spLocks noGrp="1"/>
          </p:cNvSpPr>
          <p:nvPr>
            <p:ph type="pic" sz="quarter" idx="130" hasCustomPrompt="1"/>
          </p:nvPr>
        </p:nvSpPr>
        <p:spPr>
          <a:xfrm>
            <a:off x="-9326880" y="25313640"/>
            <a:ext cx="7909559" cy="4840110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/>
        </p:spPr>
        <p:txBody>
          <a:bodyPr lIns="91436" tIns="45717" rIns="91436" bIns="45717" anchor="ctr"/>
          <a:lstStyle>
            <a:lvl1pPr marL="0" indent="0" algn="ctr">
              <a:buNone/>
              <a:defRPr sz="4000" b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PICTURE PLACEHOLDER</a:t>
            </a:r>
          </a:p>
        </p:txBody>
      </p:sp>
      <p:sp>
        <p:nvSpPr>
          <p:cNvPr id="89" name="Picture Placeholder 13"/>
          <p:cNvSpPr>
            <a:spLocks noGrp="1"/>
          </p:cNvSpPr>
          <p:nvPr>
            <p:ph type="pic" sz="quarter" idx="131" hasCustomPrompt="1"/>
          </p:nvPr>
        </p:nvSpPr>
        <p:spPr>
          <a:xfrm>
            <a:off x="-9326880" y="25313640"/>
            <a:ext cx="7909559" cy="4840110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/>
        </p:spPr>
        <p:txBody>
          <a:bodyPr lIns="91436" tIns="45717" rIns="91436" bIns="45717" anchor="ctr"/>
          <a:lstStyle>
            <a:lvl1pPr marL="0" indent="0" algn="ctr">
              <a:buNone/>
              <a:defRPr sz="4000" b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PICTURE PLACEHOLDER</a:t>
            </a:r>
          </a:p>
        </p:txBody>
      </p:sp>
      <p:sp>
        <p:nvSpPr>
          <p:cNvPr id="90" name="Picture Placeholder 13"/>
          <p:cNvSpPr>
            <a:spLocks noGrp="1"/>
          </p:cNvSpPr>
          <p:nvPr>
            <p:ph type="pic" sz="quarter" idx="132" hasCustomPrompt="1"/>
          </p:nvPr>
        </p:nvSpPr>
        <p:spPr>
          <a:xfrm>
            <a:off x="-9326880" y="25313640"/>
            <a:ext cx="7909559" cy="4840110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/>
        </p:spPr>
        <p:txBody>
          <a:bodyPr lIns="91436" tIns="45717" rIns="91436" bIns="45717" anchor="ctr"/>
          <a:lstStyle>
            <a:lvl1pPr marL="0" indent="0" algn="ctr">
              <a:buNone/>
              <a:defRPr sz="4000" b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PICTURE PLACEHOLDER</a:t>
            </a:r>
          </a:p>
        </p:txBody>
      </p:sp>
      <p:sp>
        <p:nvSpPr>
          <p:cNvPr id="91" name="Picture Placeholder 13"/>
          <p:cNvSpPr>
            <a:spLocks noGrp="1"/>
          </p:cNvSpPr>
          <p:nvPr>
            <p:ph type="pic" sz="quarter" idx="133" hasCustomPrompt="1"/>
          </p:nvPr>
        </p:nvSpPr>
        <p:spPr>
          <a:xfrm>
            <a:off x="-9326880" y="25313640"/>
            <a:ext cx="7909559" cy="4840110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/>
        </p:spPr>
        <p:txBody>
          <a:bodyPr lIns="91436" tIns="45717" rIns="91436" bIns="45717" anchor="ctr"/>
          <a:lstStyle>
            <a:lvl1pPr marL="0" indent="0" algn="ctr">
              <a:buNone/>
              <a:defRPr sz="4000" b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PICTURE PLACEHOLDER</a:t>
            </a:r>
          </a:p>
        </p:txBody>
      </p:sp>
      <p:sp>
        <p:nvSpPr>
          <p:cNvPr id="92" name="Picture Placeholder 13"/>
          <p:cNvSpPr>
            <a:spLocks noGrp="1"/>
          </p:cNvSpPr>
          <p:nvPr>
            <p:ph type="pic" sz="quarter" idx="134" hasCustomPrompt="1"/>
          </p:nvPr>
        </p:nvSpPr>
        <p:spPr>
          <a:xfrm>
            <a:off x="-9326880" y="25313640"/>
            <a:ext cx="7909559" cy="4840110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/>
        </p:spPr>
        <p:txBody>
          <a:bodyPr lIns="91436" tIns="45717" rIns="91436" bIns="45717" anchor="ctr"/>
          <a:lstStyle>
            <a:lvl1pPr marL="0" indent="0" algn="ctr">
              <a:buNone/>
              <a:defRPr sz="4000" b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PICTURE PLACEHOLDER</a:t>
            </a:r>
          </a:p>
        </p:txBody>
      </p:sp>
      <p:sp>
        <p:nvSpPr>
          <p:cNvPr id="93" name="Picture Placeholder 13"/>
          <p:cNvSpPr>
            <a:spLocks noGrp="1"/>
          </p:cNvSpPr>
          <p:nvPr>
            <p:ph type="pic" sz="quarter" idx="135" hasCustomPrompt="1"/>
          </p:nvPr>
        </p:nvSpPr>
        <p:spPr>
          <a:xfrm>
            <a:off x="-9326880" y="25313640"/>
            <a:ext cx="7909559" cy="4840110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/>
        </p:spPr>
        <p:txBody>
          <a:bodyPr lIns="91436" tIns="45717" rIns="91436" bIns="45717" anchor="ctr"/>
          <a:lstStyle>
            <a:lvl1pPr marL="0" indent="0" algn="ctr">
              <a:buNone/>
              <a:defRPr sz="4000" b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PICTURE PLACEHOLDER</a:t>
            </a:r>
          </a:p>
        </p:txBody>
      </p:sp>
      <p:sp>
        <p:nvSpPr>
          <p:cNvPr id="94" name="Text Placeholder 5"/>
          <p:cNvSpPr>
            <a:spLocks noGrp="1"/>
          </p:cNvSpPr>
          <p:nvPr>
            <p:ph type="body" sz="quarter" idx="136" hasCustomPrompt="1"/>
          </p:nvPr>
        </p:nvSpPr>
        <p:spPr>
          <a:xfrm>
            <a:off x="-10408283" y="18288001"/>
            <a:ext cx="10050462" cy="754045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91436" tIns="91436" rIns="91436" bIns="91436" anchor="ctr" anchorCtr="0">
            <a:spAutoFit/>
          </a:bodyPr>
          <a:lstStyle>
            <a:lvl1pPr algn="ctr">
              <a:buNone/>
              <a:defRPr sz="37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95" name="Text Placeholder 5"/>
          <p:cNvSpPr>
            <a:spLocks noGrp="1"/>
          </p:cNvSpPr>
          <p:nvPr>
            <p:ph type="body" sz="quarter" idx="137" hasCustomPrompt="1"/>
          </p:nvPr>
        </p:nvSpPr>
        <p:spPr>
          <a:xfrm>
            <a:off x="-10408283" y="18288001"/>
            <a:ext cx="10050462" cy="754045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91436" tIns="91436" rIns="91436" bIns="91436" anchor="ctr" anchorCtr="0">
            <a:spAutoFit/>
          </a:bodyPr>
          <a:lstStyle>
            <a:lvl1pPr algn="ctr">
              <a:buNone/>
              <a:defRPr sz="37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96" name="Text Placeholder 5"/>
          <p:cNvSpPr>
            <a:spLocks noGrp="1"/>
          </p:cNvSpPr>
          <p:nvPr>
            <p:ph type="body" sz="quarter" idx="138" hasCustomPrompt="1"/>
          </p:nvPr>
        </p:nvSpPr>
        <p:spPr>
          <a:xfrm>
            <a:off x="-10408283" y="18288001"/>
            <a:ext cx="10050462" cy="754045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91436" tIns="91436" rIns="91436" bIns="91436" anchor="ctr" anchorCtr="0">
            <a:spAutoFit/>
          </a:bodyPr>
          <a:lstStyle>
            <a:lvl1pPr algn="ctr">
              <a:buNone/>
              <a:defRPr sz="37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97" name="Text Placeholder 5"/>
          <p:cNvSpPr>
            <a:spLocks noGrp="1"/>
          </p:cNvSpPr>
          <p:nvPr>
            <p:ph type="body" sz="quarter" idx="139" hasCustomPrompt="1"/>
          </p:nvPr>
        </p:nvSpPr>
        <p:spPr>
          <a:xfrm>
            <a:off x="-10408283" y="18288001"/>
            <a:ext cx="10050462" cy="754045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91436" tIns="91436" rIns="91436" bIns="91436" anchor="ctr" anchorCtr="0">
            <a:spAutoFit/>
          </a:bodyPr>
          <a:lstStyle>
            <a:lvl1pPr algn="ctr">
              <a:buNone/>
              <a:defRPr sz="37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98" name="Text Placeholder 5"/>
          <p:cNvSpPr>
            <a:spLocks noGrp="1"/>
          </p:cNvSpPr>
          <p:nvPr>
            <p:ph type="body" sz="quarter" idx="140" hasCustomPrompt="1"/>
          </p:nvPr>
        </p:nvSpPr>
        <p:spPr>
          <a:xfrm>
            <a:off x="-10408283" y="18288001"/>
            <a:ext cx="10050462" cy="754045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91436" tIns="91436" rIns="91436" bIns="91436" anchor="ctr" anchorCtr="0">
            <a:spAutoFit/>
          </a:bodyPr>
          <a:lstStyle>
            <a:lvl1pPr algn="ctr">
              <a:buNone/>
              <a:defRPr sz="37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99" name="Text Placeholder 5"/>
          <p:cNvSpPr>
            <a:spLocks noGrp="1"/>
          </p:cNvSpPr>
          <p:nvPr>
            <p:ph type="body" sz="quarter" idx="141" hasCustomPrompt="1"/>
          </p:nvPr>
        </p:nvSpPr>
        <p:spPr>
          <a:xfrm>
            <a:off x="-10408283" y="18288001"/>
            <a:ext cx="10050462" cy="754045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91436" tIns="91436" rIns="91436" bIns="91436" anchor="ctr" anchorCtr="0">
            <a:spAutoFit/>
          </a:bodyPr>
          <a:lstStyle>
            <a:lvl1pPr algn="ctr">
              <a:buNone/>
              <a:defRPr sz="37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100" name="Text Placeholder 5"/>
          <p:cNvSpPr>
            <a:spLocks noGrp="1"/>
          </p:cNvSpPr>
          <p:nvPr>
            <p:ph type="body" sz="quarter" idx="142" hasCustomPrompt="1"/>
          </p:nvPr>
        </p:nvSpPr>
        <p:spPr>
          <a:xfrm>
            <a:off x="-10408283" y="18288001"/>
            <a:ext cx="10050462" cy="754045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91436" tIns="91436" rIns="91436" bIns="91436" anchor="ctr" anchorCtr="0">
            <a:spAutoFit/>
          </a:bodyPr>
          <a:lstStyle>
            <a:lvl1pPr algn="ctr">
              <a:buNone/>
              <a:defRPr sz="37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101" name="Text Placeholder 5"/>
          <p:cNvSpPr>
            <a:spLocks noGrp="1"/>
          </p:cNvSpPr>
          <p:nvPr>
            <p:ph type="body" sz="quarter" idx="143" hasCustomPrompt="1"/>
          </p:nvPr>
        </p:nvSpPr>
        <p:spPr>
          <a:xfrm>
            <a:off x="-10408283" y="18288001"/>
            <a:ext cx="10050462" cy="754045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91436" tIns="91436" rIns="91436" bIns="91436" anchor="ctr" anchorCtr="0">
            <a:spAutoFit/>
          </a:bodyPr>
          <a:lstStyle>
            <a:lvl1pPr algn="ctr">
              <a:buNone/>
              <a:defRPr sz="37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102" name="Text Placeholder 5"/>
          <p:cNvSpPr>
            <a:spLocks noGrp="1"/>
          </p:cNvSpPr>
          <p:nvPr>
            <p:ph type="body" sz="quarter" idx="144" hasCustomPrompt="1"/>
          </p:nvPr>
        </p:nvSpPr>
        <p:spPr>
          <a:xfrm>
            <a:off x="-10408283" y="18288001"/>
            <a:ext cx="10050462" cy="754045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91436" tIns="91436" rIns="91436" bIns="91436" anchor="ctr" anchorCtr="0">
            <a:spAutoFit/>
          </a:bodyPr>
          <a:lstStyle>
            <a:lvl1pPr algn="ctr">
              <a:buNone/>
              <a:defRPr sz="37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103" name="Text Placeholder 5"/>
          <p:cNvSpPr>
            <a:spLocks noGrp="1"/>
          </p:cNvSpPr>
          <p:nvPr>
            <p:ph type="body" sz="quarter" idx="145" hasCustomPrompt="1"/>
          </p:nvPr>
        </p:nvSpPr>
        <p:spPr>
          <a:xfrm>
            <a:off x="-10408283" y="18288001"/>
            <a:ext cx="10050462" cy="754045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91436" tIns="91436" rIns="91436" bIns="91436" anchor="ctr" anchorCtr="0">
            <a:spAutoFit/>
          </a:bodyPr>
          <a:lstStyle>
            <a:lvl1pPr algn="ctr">
              <a:buNone/>
              <a:defRPr sz="37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104" name="Text Placeholder 5"/>
          <p:cNvSpPr>
            <a:spLocks noGrp="1"/>
          </p:cNvSpPr>
          <p:nvPr>
            <p:ph type="body" sz="quarter" idx="146" hasCustomPrompt="1"/>
          </p:nvPr>
        </p:nvSpPr>
        <p:spPr>
          <a:xfrm>
            <a:off x="-10408283" y="18288001"/>
            <a:ext cx="10050462" cy="754045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91436" tIns="91436" rIns="91436" bIns="91436" anchor="ctr" anchorCtr="0">
            <a:spAutoFit/>
          </a:bodyPr>
          <a:lstStyle>
            <a:lvl1pPr algn="ctr">
              <a:buNone/>
              <a:defRPr sz="37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105" name="Text Placeholder 5"/>
          <p:cNvSpPr>
            <a:spLocks noGrp="1"/>
          </p:cNvSpPr>
          <p:nvPr>
            <p:ph type="body" sz="quarter" idx="147" hasCustomPrompt="1"/>
          </p:nvPr>
        </p:nvSpPr>
        <p:spPr>
          <a:xfrm>
            <a:off x="-10408283" y="18288001"/>
            <a:ext cx="10050462" cy="754045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91436" tIns="91436" rIns="91436" bIns="91436" anchor="ctr" anchorCtr="0">
            <a:spAutoFit/>
          </a:bodyPr>
          <a:lstStyle>
            <a:lvl1pPr algn="ctr">
              <a:buNone/>
              <a:defRPr sz="37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106" name="Text Placeholder 5"/>
          <p:cNvSpPr>
            <a:spLocks noGrp="1"/>
          </p:cNvSpPr>
          <p:nvPr>
            <p:ph type="body" sz="quarter" idx="148" hasCustomPrompt="1"/>
          </p:nvPr>
        </p:nvSpPr>
        <p:spPr>
          <a:xfrm>
            <a:off x="-10408283" y="18288001"/>
            <a:ext cx="10050462" cy="754045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91436" tIns="91436" rIns="91436" bIns="91436" anchor="ctr" anchorCtr="0">
            <a:spAutoFit/>
          </a:bodyPr>
          <a:lstStyle>
            <a:lvl1pPr algn="ctr">
              <a:buNone/>
              <a:defRPr sz="37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107" name="Text Placeholder 5"/>
          <p:cNvSpPr>
            <a:spLocks noGrp="1"/>
          </p:cNvSpPr>
          <p:nvPr>
            <p:ph type="body" sz="quarter" idx="149" hasCustomPrompt="1"/>
          </p:nvPr>
        </p:nvSpPr>
        <p:spPr>
          <a:xfrm>
            <a:off x="-10408283" y="18288001"/>
            <a:ext cx="10050462" cy="754045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91436" tIns="91436" rIns="91436" bIns="91436" anchor="ctr" anchorCtr="0">
            <a:spAutoFit/>
          </a:bodyPr>
          <a:lstStyle>
            <a:lvl1pPr algn="ctr">
              <a:buNone/>
              <a:defRPr sz="37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ghlighted right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904188" y="6004405"/>
            <a:ext cx="10056813" cy="846363"/>
          </a:xfrm>
          <a:prstGeom prst="rect">
            <a:avLst/>
          </a:prstGeom>
        </p:spPr>
        <p:txBody>
          <a:bodyPr wrap="square" lIns="228589" tIns="228589" rIns="228589" bIns="228589">
            <a:spAutoFit/>
          </a:bodyPr>
          <a:lstStyle>
            <a:lvl1pPr marL="342883" indent="-342883">
              <a:buNone/>
              <a:defRPr sz="2500">
                <a:latin typeface="Trebuchet MS" pitchFamily="34" charset="0"/>
              </a:defRPr>
            </a:lvl1pPr>
            <a:lvl2pPr marL="1485825" indent="-571471">
              <a:defRPr sz="2500">
                <a:latin typeface="Trebuchet MS" pitchFamily="34" charset="0"/>
              </a:defRPr>
            </a:lvl2pPr>
            <a:lvl3pPr marL="2057297" indent="-571471">
              <a:defRPr sz="2500">
                <a:latin typeface="Trebuchet MS" pitchFamily="34" charset="0"/>
              </a:defRPr>
            </a:lvl3pPr>
            <a:lvl4pPr marL="2685916" indent="-628619">
              <a:defRPr sz="2500">
                <a:latin typeface="Trebuchet MS" pitchFamily="34" charset="0"/>
              </a:defRPr>
            </a:lvl4pPr>
            <a:lvl5pPr marL="3143093" indent="-457177">
              <a:defRPr sz="25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Enter your text here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922341" y="5265739"/>
            <a:ext cx="10048875" cy="754045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lIns="91436" tIns="91436" rIns="91436" bIns="91436" anchor="ctr" anchorCtr="0">
            <a:spAutoFit/>
          </a:bodyPr>
          <a:lstStyle>
            <a:lvl1pPr algn="ctr">
              <a:buNone/>
              <a:defRPr sz="37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(click to add) INTRODUCTION or ABSTRACT</a:t>
            </a:r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5" hasCustomPrompt="1"/>
          </p:nvPr>
        </p:nvSpPr>
        <p:spPr>
          <a:xfrm>
            <a:off x="914400" y="1143000"/>
            <a:ext cx="4419600" cy="2514600"/>
          </a:xfrm>
          <a:prstGeom prst="rect">
            <a:avLst/>
          </a:prstGeom>
        </p:spPr>
        <p:txBody>
          <a:bodyPr lIns="91436" tIns="45717" rIns="91436" bIns="45717" anchor="ctr"/>
          <a:lstStyle>
            <a:lvl1pPr algn="ctr">
              <a:buNone/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18" name="Picture Placeholder 13"/>
          <p:cNvSpPr>
            <a:spLocks noGrp="1"/>
          </p:cNvSpPr>
          <p:nvPr>
            <p:ph type="pic" sz="quarter" idx="18" hasCustomPrompt="1"/>
          </p:nvPr>
        </p:nvSpPr>
        <p:spPr>
          <a:xfrm>
            <a:off x="38557200" y="1219200"/>
            <a:ext cx="4419600" cy="2514600"/>
          </a:xfrm>
          <a:prstGeom prst="rect">
            <a:avLst/>
          </a:prstGeom>
        </p:spPr>
        <p:txBody>
          <a:bodyPr lIns="91436" tIns="45717" rIns="91436" bIns="45717" anchor="ctr"/>
          <a:lstStyle>
            <a:lvl1pPr algn="ctr">
              <a:buNone/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quarter" idx="19" hasCustomPrompt="1"/>
          </p:nvPr>
        </p:nvSpPr>
        <p:spPr>
          <a:xfrm>
            <a:off x="902598" y="14919070"/>
            <a:ext cx="10058400" cy="846363"/>
          </a:xfrm>
          <a:prstGeom prst="rect">
            <a:avLst/>
          </a:prstGeom>
        </p:spPr>
        <p:txBody>
          <a:bodyPr wrap="square" lIns="228589" tIns="228589" rIns="228589" bIns="228589">
            <a:spAutoFit/>
          </a:bodyPr>
          <a:lstStyle>
            <a:lvl1pPr marL="342883" indent="-342883">
              <a:buNone/>
              <a:defRPr sz="2500">
                <a:latin typeface="Trebuchet MS" pitchFamily="34" charset="0"/>
              </a:defRPr>
            </a:lvl1pPr>
            <a:lvl2pPr marL="1485825" indent="-571471">
              <a:defRPr sz="2500">
                <a:latin typeface="Trebuchet MS" pitchFamily="34" charset="0"/>
              </a:defRPr>
            </a:lvl2pPr>
            <a:lvl3pPr marL="2057297" indent="-571471">
              <a:defRPr sz="2500">
                <a:latin typeface="Trebuchet MS" pitchFamily="34" charset="0"/>
              </a:defRPr>
            </a:lvl3pPr>
            <a:lvl4pPr marL="2685916" indent="-628619">
              <a:defRPr sz="2500">
                <a:latin typeface="Trebuchet MS" pitchFamily="34" charset="0"/>
              </a:defRPr>
            </a:lvl4pPr>
            <a:lvl5pPr marL="3143093" indent="-457177">
              <a:defRPr sz="25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Enter your text here</a:t>
            </a:r>
          </a:p>
        </p:txBody>
      </p:sp>
      <p:sp>
        <p:nvSpPr>
          <p:cNvPr id="20" name="Text Placeholder 5"/>
          <p:cNvSpPr>
            <a:spLocks noGrp="1"/>
          </p:cNvSpPr>
          <p:nvPr>
            <p:ph type="body" sz="quarter" idx="20" hasCustomPrompt="1"/>
          </p:nvPr>
        </p:nvSpPr>
        <p:spPr>
          <a:xfrm>
            <a:off x="922339" y="14212513"/>
            <a:ext cx="10050462" cy="754045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91436" tIns="91436" rIns="91436" bIns="91436" anchor="ctr" anchorCtr="0">
            <a:spAutoFit/>
          </a:bodyPr>
          <a:lstStyle>
            <a:lvl1pPr algn="ctr">
              <a:buNone/>
              <a:defRPr sz="37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(click to add)  OBJECTIVES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quarter" idx="21" hasCustomPrompt="1"/>
          </p:nvPr>
        </p:nvSpPr>
        <p:spPr>
          <a:xfrm>
            <a:off x="11587166" y="5996467"/>
            <a:ext cx="20720046" cy="846363"/>
          </a:xfrm>
          <a:prstGeom prst="rect">
            <a:avLst/>
          </a:prstGeom>
        </p:spPr>
        <p:txBody>
          <a:bodyPr wrap="square" lIns="228589" tIns="228589" rIns="228589" bIns="228589">
            <a:spAutoFit/>
          </a:bodyPr>
          <a:lstStyle>
            <a:lvl1pPr marL="342883" indent="-342883">
              <a:buNone/>
              <a:defRPr sz="2500">
                <a:latin typeface="Trebuchet MS" pitchFamily="34" charset="0"/>
              </a:defRPr>
            </a:lvl1pPr>
            <a:lvl2pPr marL="1485825" indent="-571471">
              <a:defRPr sz="2500">
                <a:latin typeface="Trebuchet MS" pitchFamily="34" charset="0"/>
              </a:defRPr>
            </a:lvl2pPr>
            <a:lvl3pPr marL="2057297" indent="-571471">
              <a:defRPr sz="2500">
                <a:latin typeface="Trebuchet MS" pitchFamily="34" charset="0"/>
              </a:defRPr>
            </a:lvl3pPr>
            <a:lvl4pPr marL="2685916" indent="-628619">
              <a:defRPr sz="2500">
                <a:latin typeface="Trebuchet MS" pitchFamily="34" charset="0"/>
              </a:defRPr>
            </a:lvl4pPr>
            <a:lvl5pPr marL="3143093" indent="-457177">
              <a:defRPr sz="25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Enter your text here</a:t>
            </a:r>
          </a:p>
        </p:txBody>
      </p:sp>
      <p:sp>
        <p:nvSpPr>
          <p:cNvPr id="22" name="Text Placeholder 5"/>
          <p:cNvSpPr>
            <a:spLocks noGrp="1"/>
          </p:cNvSpPr>
          <p:nvPr>
            <p:ph type="body" sz="quarter" idx="22" hasCustomPrompt="1"/>
          </p:nvPr>
        </p:nvSpPr>
        <p:spPr>
          <a:xfrm>
            <a:off x="11587164" y="5265739"/>
            <a:ext cx="20720050" cy="754045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91436" tIns="91436" rIns="91436" bIns="91436" anchor="ctr" anchorCtr="0">
            <a:spAutoFit/>
          </a:bodyPr>
          <a:lstStyle>
            <a:lvl1pPr algn="ctr">
              <a:buNone/>
              <a:defRPr sz="37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(click to add)  MATERIALS &amp; METHODS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quarter" idx="23" hasCustomPrompt="1"/>
          </p:nvPr>
        </p:nvSpPr>
        <p:spPr>
          <a:xfrm>
            <a:off x="11587164" y="14919070"/>
            <a:ext cx="20720046" cy="846363"/>
          </a:xfrm>
          <a:prstGeom prst="rect">
            <a:avLst/>
          </a:prstGeom>
        </p:spPr>
        <p:txBody>
          <a:bodyPr wrap="square" lIns="228589" tIns="228589" rIns="228589" bIns="228589">
            <a:spAutoFit/>
          </a:bodyPr>
          <a:lstStyle>
            <a:lvl1pPr marL="342883" indent="-342883">
              <a:buNone/>
              <a:defRPr sz="2500">
                <a:latin typeface="Trebuchet MS" pitchFamily="34" charset="0"/>
              </a:defRPr>
            </a:lvl1pPr>
            <a:lvl2pPr marL="1485825" indent="-571471">
              <a:defRPr sz="2500">
                <a:latin typeface="Trebuchet MS" pitchFamily="34" charset="0"/>
              </a:defRPr>
            </a:lvl2pPr>
            <a:lvl3pPr marL="2057297" indent="-571471">
              <a:defRPr sz="2500">
                <a:latin typeface="Trebuchet MS" pitchFamily="34" charset="0"/>
              </a:defRPr>
            </a:lvl3pPr>
            <a:lvl4pPr marL="2685916" indent="-628619">
              <a:defRPr sz="2500">
                <a:latin typeface="Trebuchet MS" pitchFamily="34" charset="0"/>
              </a:defRPr>
            </a:lvl4pPr>
            <a:lvl5pPr marL="3143093" indent="-457177">
              <a:defRPr sz="25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Enter your text here</a:t>
            </a:r>
          </a:p>
        </p:txBody>
      </p:sp>
      <p:sp>
        <p:nvSpPr>
          <p:cNvPr id="24" name="Text Placeholder 5"/>
          <p:cNvSpPr>
            <a:spLocks noGrp="1"/>
          </p:cNvSpPr>
          <p:nvPr>
            <p:ph type="body" sz="quarter" idx="24" hasCustomPrompt="1"/>
          </p:nvPr>
        </p:nvSpPr>
        <p:spPr>
          <a:xfrm>
            <a:off x="11587165" y="14212888"/>
            <a:ext cx="20720050" cy="754045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91436" tIns="91436" rIns="91436" bIns="91436" anchor="ctr" anchorCtr="0">
            <a:spAutoFit/>
          </a:bodyPr>
          <a:lstStyle>
            <a:lvl1pPr algn="ctr">
              <a:buNone/>
              <a:defRPr sz="37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(click to add)  RESULTS</a:t>
            </a:r>
          </a:p>
        </p:txBody>
      </p:sp>
      <p:sp>
        <p:nvSpPr>
          <p:cNvPr id="25" name="Text Placeholder 5"/>
          <p:cNvSpPr>
            <a:spLocks noGrp="1"/>
          </p:cNvSpPr>
          <p:nvPr>
            <p:ph type="body" sz="quarter" idx="25" hasCustomPrompt="1"/>
          </p:nvPr>
        </p:nvSpPr>
        <p:spPr>
          <a:xfrm>
            <a:off x="11587164" y="23505310"/>
            <a:ext cx="20720046" cy="754045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91436" tIns="91436" rIns="91436" bIns="91436" anchor="ctr" anchorCtr="0">
            <a:spAutoFit/>
          </a:bodyPr>
          <a:lstStyle>
            <a:lvl1pPr algn="ctr">
              <a:buNone/>
              <a:defRPr sz="37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(click to add)  CONCLUSIONS</a:t>
            </a:r>
          </a:p>
        </p:txBody>
      </p:sp>
      <p:sp>
        <p:nvSpPr>
          <p:cNvPr id="26" name="Text Placeholder 3"/>
          <p:cNvSpPr>
            <a:spLocks noGrp="1"/>
          </p:cNvSpPr>
          <p:nvPr>
            <p:ph type="body" sz="quarter" idx="26" hasCustomPrompt="1"/>
          </p:nvPr>
        </p:nvSpPr>
        <p:spPr>
          <a:xfrm>
            <a:off x="11587164" y="24243974"/>
            <a:ext cx="20720046" cy="846363"/>
          </a:xfrm>
          <a:prstGeom prst="rect">
            <a:avLst/>
          </a:prstGeom>
        </p:spPr>
        <p:txBody>
          <a:bodyPr wrap="square" lIns="228589" tIns="228589" rIns="228589" bIns="228589">
            <a:spAutoFit/>
          </a:bodyPr>
          <a:lstStyle>
            <a:lvl1pPr marL="342883" indent="-342883">
              <a:buNone/>
              <a:defRPr sz="2500">
                <a:latin typeface="Trebuchet MS" pitchFamily="34" charset="0"/>
              </a:defRPr>
            </a:lvl1pPr>
            <a:lvl2pPr marL="1485825" indent="-571471">
              <a:defRPr sz="2500">
                <a:latin typeface="Trebuchet MS" pitchFamily="34" charset="0"/>
              </a:defRPr>
            </a:lvl2pPr>
            <a:lvl3pPr marL="2057297" indent="-571471">
              <a:defRPr sz="2500">
                <a:latin typeface="Trebuchet MS" pitchFamily="34" charset="0"/>
              </a:defRPr>
            </a:lvl3pPr>
            <a:lvl4pPr marL="2685916" indent="-628619">
              <a:defRPr sz="2500">
                <a:latin typeface="Trebuchet MS" pitchFamily="34" charset="0"/>
              </a:defRPr>
            </a:lvl4pPr>
            <a:lvl5pPr marL="3143093" indent="-457177">
              <a:defRPr sz="25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Enter your text here</a:t>
            </a:r>
          </a:p>
        </p:txBody>
      </p:sp>
      <p:sp>
        <p:nvSpPr>
          <p:cNvPr id="27" name="Text Placeholder 5"/>
          <p:cNvSpPr>
            <a:spLocks noGrp="1"/>
          </p:cNvSpPr>
          <p:nvPr>
            <p:ph type="body" sz="quarter" idx="27" hasCustomPrompt="1"/>
          </p:nvPr>
        </p:nvSpPr>
        <p:spPr>
          <a:xfrm>
            <a:off x="32919059" y="5265739"/>
            <a:ext cx="10047018" cy="754045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91436" tIns="91436" rIns="91436" bIns="91436" anchor="ctr" anchorCtr="0">
            <a:spAutoFit/>
          </a:bodyPr>
          <a:lstStyle>
            <a:lvl1pPr algn="ctr">
              <a:buNone/>
              <a:defRPr sz="37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(click to add)  REFERENCES</a:t>
            </a:r>
          </a:p>
        </p:txBody>
      </p:sp>
      <p:sp>
        <p:nvSpPr>
          <p:cNvPr id="28" name="Text Placeholder 3"/>
          <p:cNvSpPr>
            <a:spLocks noGrp="1"/>
          </p:cNvSpPr>
          <p:nvPr>
            <p:ph type="body" sz="quarter" idx="28" hasCustomPrompt="1"/>
          </p:nvPr>
        </p:nvSpPr>
        <p:spPr>
          <a:xfrm>
            <a:off x="32914028" y="6004405"/>
            <a:ext cx="10052050" cy="846363"/>
          </a:xfrm>
          <a:prstGeom prst="rect">
            <a:avLst/>
          </a:prstGeom>
        </p:spPr>
        <p:txBody>
          <a:bodyPr wrap="square" lIns="228589" tIns="228589" rIns="228589" bIns="228589">
            <a:spAutoFit/>
          </a:bodyPr>
          <a:lstStyle>
            <a:lvl1pPr marL="342883" indent="-342883">
              <a:buNone/>
              <a:defRPr sz="2500">
                <a:latin typeface="Trebuchet MS" pitchFamily="34" charset="0"/>
              </a:defRPr>
            </a:lvl1pPr>
            <a:lvl2pPr marL="1485825" indent="-571471">
              <a:defRPr sz="2500">
                <a:latin typeface="Trebuchet MS" pitchFamily="34" charset="0"/>
              </a:defRPr>
            </a:lvl2pPr>
            <a:lvl3pPr marL="2057297" indent="-571471">
              <a:defRPr sz="2500">
                <a:latin typeface="Trebuchet MS" pitchFamily="34" charset="0"/>
              </a:defRPr>
            </a:lvl3pPr>
            <a:lvl4pPr marL="2685916" indent="-628619">
              <a:defRPr sz="2500">
                <a:latin typeface="Trebuchet MS" pitchFamily="34" charset="0"/>
              </a:defRPr>
            </a:lvl4pPr>
            <a:lvl5pPr marL="3143093" indent="-457177">
              <a:defRPr sz="25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Enter your text here</a:t>
            </a:r>
          </a:p>
        </p:txBody>
      </p:sp>
      <p:sp>
        <p:nvSpPr>
          <p:cNvPr id="29" name="Text Placeholder 5"/>
          <p:cNvSpPr>
            <a:spLocks noGrp="1"/>
          </p:cNvSpPr>
          <p:nvPr>
            <p:ph type="body" sz="quarter" idx="29" hasCustomPrompt="1"/>
          </p:nvPr>
        </p:nvSpPr>
        <p:spPr>
          <a:xfrm>
            <a:off x="32924750" y="28291981"/>
            <a:ext cx="10047018" cy="754045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91436" tIns="91436" rIns="91436" bIns="91436" anchor="ctr" anchorCtr="0">
            <a:spAutoFit/>
          </a:bodyPr>
          <a:lstStyle>
            <a:lvl1pPr algn="ctr">
              <a:buNone/>
              <a:defRPr sz="37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(click to add)  ACKNOWLEDGEMENTS or  CONTACT</a:t>
            </a:r>
          </a:p>
        </p:txBody>
      </p:sp>
      <p:sp>
        <p:nvSpPr>
          <p:cNvPr id="30" name="Text Placeholder 3"/>
          <p:cNvSpPr>
            <a:spLocks noGrp="1"/>
          </p:cNvSpPr>
          <p:nvPr>
            <p:ph type="body" sz="quarter" idx="30" hasCustomPrompt="1"/>
          </p:nvPr>
        </p:nvSpPr>
        <p:spPr>
          <a:xfrm>
            <a:off x="32924751" y="29030647"/>
            <a:ext cx="10052050" cy="846363"/>
          </a:xfrm>
          <a:prstGeom prst="rect">
            <a:avLst/>
          </a:prstGeom>
        </p:spPr>
        <p:txBody>
          <a:bodyPr wrap="square" lIns="228589" tIns="228589" rIns="228589" bIns="228589">
            <a:spAutoFit/>
          </a:bodyPr>
          <a:lstStyle>
            <a:lvl1pPr marL="342883" indent="-342883">
              <a:buNone/>
              <a:defRPr sz="2500">
                <a:latin typeface="Trebuchet MS" pitchFamily="34" charset="0"/>
              </a:defRPr>
            </a:lvl1pPr>
            <a:lvl2pPr marL="1485825" indent="-571471">
              <a:defRPr sz="2500">
                <a:latin typeface="Trebuchet MS" pitchFamily="34" charset="0"/>
              </a:defRPr>
            </a:lvl2pPr>
            <a:lvl3pPr marL="2057297" indent="-571471">
              <a:defRPr sz="2500">
                <a:latin typeface="Trebuchet MS" pitchFamily="34" charset="0"/>
              </a:defRPr>
            </a:lvl3pPr>
            <a:lvl4pPr marL="2685916" indent="-628619">
              <a:defRPr sz="2500">
                <a:latin typeface="Trebuchet MS" pitchFamily="34" charset="0"/>
              </a:defRPr>
            </a:lvl4pPr>
            <a:lvl5pPr marL="3143093" indent="-457177">
              <a:defRPr sz="25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Enter your text here</a:t>
            </a:r>
          </a:p>
        </p:txBody>
      </p:sp>
      <p:sp>
        <p:nvSpPr>
          <p:cNvPr id="60" name="Title 1"/>
          <p:cNvSpPr>
            <a:spLocks noGrp="1"/>
          </p:cNvSpPr>
          <p:nvPr>
            <p:ph type="title" hasCustomPrompt="1"/>
          </p:nvPr>
        </p:nvSpPr>
        <p:spPr>
          <a:xfrm>
            <a:off x="5932593" y="457202"/>
            <a:ext cx="32009976" cy="1447800"/>
          </a:xfrm>
          <a:prstGeom prst="rect">
            <a:avLst/>
          </a:prstGeom>
        </p:spPr>
        <p:txBody>
          <a:bodyPr lIns="91436" tIns="45717" rIns="91436" bIns="45717" anchor="ctr" anchorCtr="0"/>
          <a:lstStyle>
            <a:lvl1pPr>
              <a:defRPr b="1"/>
            </a:lvl1pPr>
          </a:lstStyle>
          <a:p>
            <a:r>
              <a:rPr lang="en-US" dirty="0"/>
              <a:t>Click here to add the poster title</a:t>
            </a:r>
          </a:p>
        </p:txBody>
      </p:sp>
      <p:sp>
        <p:nvSpPr>
          <p:cNvPr id="61" name="Text Placeholder 76"/>
          <p:cNvSpPr>
            <a:spLocks noGrp="1"/>
          </p:cNvSpPr>
          <p:nvPr>
            <p:ph type="body" sz="quarter" idx="150" hasCustomPrompt="1"/>
          </p:nvPr>
        </p:nvSpPr>
        <p:spPr>
          <a:xfrm>
            <a:off x="5932593" y="3185162"/>
            <a:ext cx="31998968" cy="1280160"/>
          </a:xfrm>
          <a:prstGeom prst="rect">
            <a:avLst/>
          </a:prstGeom>
        </p:spPr>
        <p:txBody>
          <a:bodyPr/>
          <a:lstStyle>
            <a:lvl1pPr algn="ctr">
              <a:buFontTx/>
              <a:buNone/>
              <a:defRPr sz="5400">
                <a:solidFill>
                  <a:schemeClr val="bg1"/>
                </a:solidFill>
              </a:defRPr>
            </a:lvl1pPr>
            <a:lvl2pPr>
              <a:buFontTx/>
              <a:buNone/>
              <a:defRPr sz="7200"/>
            </a:lvl2pPr>
            <a:lvl3pPr>
              <a:buFontTx/>
              <a:buNone/>
              <a:defRPr sz="7200"/>
            </a:lvl3pPr>
            <a:lvl4pPr>
              <a:buFontTx/>
              <a:buNone/>
              <a:defRPr sz="7200"/>
            </a:lvl4pPr>
            <a:lvl5pPr>
              <a:buFontTx/>
              <a:buNone/>
              <a:defRPr sz="7200"/>
            </a:lvl5pPr>
          </a:lstStyle>
          <a:p>
            <a:pPr lvl="0"/>
            <a:r>
              <a:rPr lang="en-US" dirty="0"/>
              <a:t>Click here to add authors</a:t>
            </a:r>
          </a:p>
        </p:txBody>
      </p:sp>
      <p:sp>
        <p:nvSpPr>
          <p:cNvPr id="62" name="Text Placeholder 76"/>
          <p:cNvSpPr>
            <a:spLocks noGrp="1"/>
          </p:cNvSpPr>
          <p:nvPr>
            <p:ph type="body" sz="quarter" idx="151" hasCustomPrompt="1"/>
          </p:nvPr>
        </p:nvSpPr>
        <p:spPr>
          <a:xfrm>
            <a:off x="5932593" y="1905002"/>
            <a:ext cx="31998968" cy="1280160"/>
          </a:xfrm>
          <a:prstGeom prst="rect">
            <a:avLst/>
          </a:prstGeom>
        </p:spPr>
        <p:txBody>
          <a:bodyPr/>
          <a:lstStyle>
            <a:lvl1pPr algn="ctr">
              <a:buFontTx/>
              <a:buNone/>
              <a:defRPr sz="7200">
                <a:solidFill>
                  <a:schemeClr val="bg1"/>
                </a:solidFill>
              </a:defRPr>
            </a:lvl1pPr>
            <a:lvl2pPr>
              <a:buFontTx/>
              <a:buNone/>
              <a:defRPr sz="7200"/>
            </a:lvl2pPr>
            <a:lvl3pPr>
              <a:buFontTx/>
              <a:buNone/>
              <a:defRPr sz="7200"/>
            </a:lvl3pPr>
            <a:lvl4pPr>
              <a:buFontTx/>
              <a:buNone/>
              <a:defRPr sz="7200"/>
            </a:lvl4pPr>
            <a:lvl5pPr>
              <a:buFontTx/>
              <a:buNone/>
              <a:defRPr sz="7200"/>
            </a:lvl5pPr>
          </a:lstStyle>
          <a:p>
            <a:pPr lvl="0"/>
            <a:r>
              <a:rPr lang="en-US" dirty="0"/>
              <a:t>Click here to add authors</a:t>
            </a:r>
          </a:p>
        </p:txBody>
      </p:sp>
      <p:sp>
        <p:nvSpPr>
          <p:cNvPr id="71" name="Text Placeholder 5"/>
          <p:cNvSpPr>
            <a:spLocks noGrp="1"/>
          </p:cNvSpPr>
          <p:nvPr>
            <p:ph type="body" sz="quarter" idx="95" hasCustomPrompt="1"/>
          </p:nvPr>
        </p:nvSpPr>
        <p:spPr>
          <a:xfrm>
            <a:off x="-10408283" y="18288001"/>
            <a:ext cx="10050462" cy="754045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91436" tIns="91436" rIns="91436" bIns="91436" anchor="ctr" anchorCtr="0">
            <a:spAutoFit/>
          </a:bodyPr>
          <a:lstStyle>
            <a:lvl1pPr algn="ctr">
              <a:buNone/>
              <a:defRPr sz="37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72" name="Text Placeholder 3"/>
          <p:cNvSpPr>
            <a:spLocks noGrp="1"/>
          </p:cNvSpPr>
          <p:nvPr>
            <p:ph type="body" sz="quarter" idx="107" hasCustomPrompt="1"/>
          </p:nvPr>
        </p:nvSpPr>
        <p:spPr>
          <a:xfrm>
            <a:off x="-10408283" y="21259801"/>
            <a:ext cx="10056813" cy="846363"/>
          </a:xfrm>
          <a:prstGeom prst="rect">
            <a:avLst/>
          </a:prstGeom>
        </p:spPr>
        <p:txBody>
          <a:bodyPr wrap="square" lIns="228589" tIns="228589" rIns="228589" bIns="228589">
            <a:spAutoFit/>
          </a:bodyPr>
          <a:lstStyle>
            <a:lvl1pPr marL="0" indent="0">
              <a:buNone/>
              <a:defRPr sz="2500" baseline="0">
                <a:latin typeface="Trebuchet MS" pitchFamily="34" charset="0"/>
              </a:defRPr>
            </a:lvl1pPr>
            <a:lvl2pPr marL="1485825" indent="-571471">
              <a:defRPr sz="2500">
                <a:latin typeface="Trebuchet MS" pitchFamily="34" charset="0"/>
              </a:defRPr>
            </a:lvl2pPr>
            <a:lvl3pPr marL="2057297" indent="-571471">
              <a:defRPr sz="2500">
                <a:latin typeface="Trebuchet MS" pitchFamily="34" charset="0"/>
              </a:defRPr>
            </a:lvl3pPr>
            <a:lvl4pPr marL="2685916" indent="-628619">
              <a:defRPr sz="2500">
                <a:latin typeface="Trebuchet MS" pitchFamily="34" charset="0"/>
              </a:defRPr>
            </a:lvl4pPr>
            <a:lvl5pPr marL="3143093" indent="-457177">
              <a:defRPr sz="25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TEXT PLACEHOLDER</a:t>
            </a:r>
          </a:p>
        </p:txBody>
      </p:sp>
      <p:sp>
        <p:nvSpPr>
          <p:cNvPr id="73" name="Text Placeholder 3"/>
          <p:cNvSpPr>
            <a:spLocks noGrp="1"/>
          </p:cNvSpPr>
          <p:nvPr>
            <p:ph type="body" sz="quarter" idx="116" hasCustomPrompt="1"/>
          </p:nvPr>
        </p:nvSpPr>
        <p:spPr>
          <a:xfrm>
            <a:off x="-10408283" y="21259801"/>
            <a:ext cx="10056813" cy="846363"/>
          </a:xfrm>
          <a:prstGeom prst="rect">
            <a:avLst/>
          </a:prstGeom>
        </p:spPr>
        <p:txBody>
          <a:bodyPr wrap="square" lIns="228589" tIns="228589" rIns="228589" bIns="228589">
            <a:spAutoFit/>
          </a:bodyPr>
          <a:lstStyle>
            <a:lvl1pPr marL="0" indent="0">
              <a:buNone/>
              <a:defRPr sz="2500" baseline="0">
                <a:latin typeface="Trebuchet MS" pitchFamily="34" charset="0"/>
              </a:defRPr>
            </a:lvl1pPr>
            <a:lvl2pPr marL="1485825" indent="-571471">
              <a:defRPr sz="2500">
                <a:latin typeface="Trebuchet MS" pitchFamily="34" charset="0"/>
              </a:defRPr>
            </a:lvl2pPr>
            <a:lvl3pPr marL="2057297" indent="-571471">
              <a:defRPr sz="2500">
                <a:latin typeface="Trebuchet MS" pitchFamily="34" charset="0"/>
              </a:defRPr>
            </a:lvl3pPr>
            <a:lvl4pPr marL="2685916" indent="-628619">
              <a:defRPr sz="2500">
                <a:latin typeface="Trebuchet MS" pitchFamily="34" charset="0"/>
              </a:defRPr>
            </a:lvl4pPr>
            <a:lvl5pPr marL="3143093" indent="-457177">
              <a:defRPr sz="25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TEXT PLACEHOLDER</a:t>
            </a:r>
          </a:p>
        </p:txBody>
      </p:sp>
      <p:sp>
        <p:nvSpPr>
          <p:cNvPr id="74" name="Text Placeholder 3"/>
          <p:cNvSpPr>
            <a:spLocks noGrp="1"/>
          </p:cNvSpPr>
          <p:nvPr>
            <p:ph type="body" sz="quarter" idx="117" hasCustomPrompt="1"/>
          </p:nvPr>
        </p:nvSpPr>
        <p:spPr>
          <a:xfrm>
            <a:off x="-10408283" y="21259801"/>
            <a:ext cx="10056813" cy="846363"/>
          </a:xfrm>
          <a:prstGeom prst="rect">
            <a:avLst/>
          </a:prstGeom>
        </p:spPr>
        <p:txBody>
          <a:bodyPr wrap="square" lIns="228589" tIns="228589" rIns="228589" bIns="228589">
            <a:spAutoFit/>
          </a:bodyPr>
          <a:lstStyle>
            <a:lvl1pPr marL="0" indent="0">
              <a:buNone/>
              <a:defRPr sz="2500" baseline="0">
                <a:latin typeface="Trebuchet MS" pitchFamily="34" charset="0"/>
              </a:defRPr>
            </a:lvl1pPr>
            <a:lvl2pPr marL="1485825" indent="-571471">
              <a:defRPr sz="2500">
                <a:latin typeface="Trebuchet MS" pitchFamily="34" charset="0"/>
              </a:defRPr>
            </a:lvl2pPr>
            <a:lvl3pPr marL="2057297" indent="-571471">
              <a:defRPr sz="2500">
                <a:latin typeface="Trebuchet MS" pitchFamily="34" charset="0"/>
              </a:defRPr>
            </a:lvl3pPr>
            <a:lvl4pPr marL="2685916" indent="-628619">
              <a:defRPr sz="2500">
                <a:latin typeface="Trebuchet MS" pitchFamily="34" charset="0"/>
              </a:defRPr>
            </a:lvl4pPr>
            <a:lvl5pPr marL="3143093" indent="-457177">
              <a:defRPr sz="25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TEXT PLACEHOLDER</a:t>
            </a:r>
          </a:p>
        </p:txBody>
      </p:sp>
      <p:sp>
        <p:nvSpPr>
          <p:cNvPr id="75" name="Text Placeholder 3"/>
          <p:cNvSpPr>
            <a:spLocks noGrp="1"/>
          </p:cNvSpPr>
          <p:nvPr>
            <p:ph type="body" sz="quarter" idx="118" hasCustomPrompt="1"/>
          </p:nvPr>
        </p:nvSpPr>
        <p:spPr>
          <a:xfrm>
            <a:off x="-10408283" y="21259801"/>
            <a:ext cx="10056813" cy="846363"/>
          </a:xfrm>
          <a:prstGeom prst="rect">
            <a:avLst/>
          </a:prstGeom>
        </p:spPr>
        <p:txBody>
          <a:bodyPr wrap="square" lIns="228589" tIns="228589" rIns="228589" bIns="228589">
            <a:spAutoFit/>
          </a:bodyPr>
          <a:lstStyle>
            <a:lvl1pPr marL="0" indent="0">
              <a:buNone/>
              <a:defRPr sz="2500" baseline="0">
                <a:latin typeface="Trebuchet MS" pitchFamily="34" charset="0"/>
              </a:defRPr>
            </a:lvl1pPr>
            <a:lvl2pPr marL="1485825" indent="-571471">
              <a:defRPr sz="2500">
                <a:latin typeface="Trebuchet MS" pitchFamily="34" charset="0"/>
              </a:defRPr>
            </a:lvl2pPr>
            <a:lvl3pPr marL="2057297" indent="-571471">
              <a:defRPr sz="2500">
                <a:latin typeface="Trebuchet MS" pitchFamily="34" charset="0"/>
              </a:defRPr>
            </a:lvl3pPr>
            <a:lvl4pPr marL="2685916" indent="-628619">
              <a:defRPr sz="2500">
                <a:latin typeface="Trebuchet MS" pitchFamily="34" charset="0"/>
              </a:defRPr>
            </a:lvl4pPr>
            <a:lvl5pPr marL="3143093" indent="-457177">
              <a:defRPr sz="25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TEXT PLACEHOLDER</a:t>
            </a:r>
          </a:p>
        </p:txBody>
      </p:sp>
      <p:sp>
        <p:nvSpPr>
          <p:cNvPr id="76" name="Text Placeholder 3"/>
          <p:cNvSpPr>
            <a:spLocks noGrp="1"/>
          </p:cNvSpPr>
          <p:nvPr>
            <p:ph type="body" sz="quarter" idx="119" hasCustomPrompt="1"/>
          </p:nvPr>
        </p:nvSpPr>
        <p:spPr>
          <a:xfrm>
            <a:off x="-10408283" y="21259801"/>
            <a:ext cx="10056813" cy="846363"/>
          </a:xfrm>
          <a:prstGeom prst="rect">
            <a:avLst/>
          </a:prstGeom>
        </p:spPr>
        <p:txBody>
          <a:bodyPr wrap="square" lIns="228589" tIns="228589" rIns="228589" bIns="228589">
            <a:spAutoFit/>
          </a:bodyPr>
          <a:lstStyle>
            <a:lvl1pPr marL="0" indent="0">
              <a:buNone/>
              <a:defRPr sz="2500" baseline="0">
                <a:latin typeface="Trebuchet MS" pitchFamily="34" charset="0"/>
              </a:defRPr>
            </a:lvl1pPr>
            <a:lvl2pPr marL="1485825" indent="-571471">
              <a:defRPr sz="2500">
                <a:latin typeface="Trebuchet MS" pitchFamily="34" charset="0"/>
              </a:defRPr>
            </a:lvl2pPr>
            <a:lvl3pPr marL="2057297" indent="-571471">
              <a:defRPr sz="2500">
                <a:latin typeface="Trebuchet MS" pitchFamily="34" charset="0"/>
              </a:defRPr>
            </a:lvl3pPr>
            <a:lvl4pPr marL="2685916" indent="-628619">
              <a:defRPr sz="2500">
                <a:latin typeface="Trebuchet MS" pitchFamily="34" charset="0"/>
              </a:defRPr>
            </a:lvl4pPr>
            <a:lvl5pPr marL="3143093" indent="-457177">
              <a:defRPr sz="25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TEXT PLACEHOLDER</a:t>
            </a:r>
          </a:p>
        </p:txBody>
      </p:sp>
      <p:sp>
        <p:nvSpPr>
          <p:cNvPr id="77" name="Text Placeholder 3"/>
          <p:cNvSpPr>
            <a:spLocks noGrp="1"/>
          </p:cNvSpPr>
          <p:nvPr>
            <p:ph type="body" sz="quarter" idx="120" hasCustomPrompt="1"/>
          </p:nvPr>
        </p:nvSpPr>
        <p:spPr>
          <a:xfrm>
            <a:off x="-10408283" y="21259801"/>
            <a:ext cx="10056813" cy="846363"/>
          </a:xfrm>
          <a:prstGeom prst="rect">
            <a:avLst/>
          </a:prstGeom>
        </p:spPr>
        <p:txBody>
          <a:bodyPr wrap="square" lIns="228589" tIns="228589" rIns="228589" bIns="228589">
            <a:spAutoFit/>
          </a:bodyPr>
          <a:lstStyle>
            <a:lvl1pPr marL="0" indent="0">
              <a:buNone/>
              <a:defRPr sz="2500" baseline="0">
                <a:latin typeface="Trebuchet MS" pitchFamily="34" charset="0"/>
              </a:defRPr>
            </a:lvl1pPr>
            <a:lvl2pPr marL="1485825" indent="-571471">
              <a:defRPr sz="2500">
                <a:latin typeface="Trebuchet MS" pitchFamily="34" charset="0"/>
              </a:defRPr>
            </a:lvl2pPr>
            <a:lvl3pPr marL="2057297" indent="-571471">
              <a:defRPr sz="2500">
                <a:latin typeface="Trebuchet MS" pitchFamily="34" charset="0"/>
              </a:defRPr>
            </a:lvl3pPr>
            <a:lvl4pPr marL="2685916" indent="-628619">
              <a:defRPr sz="2500">
                <a:latin typeface="Trebuchet MS" pitchFamily="34" charset="0"/>
              </a:defRPr>
            </a:lvl4pPr>
            <a:lvl5pPr marL="3143093" indent="-457177">
              <a:defRPr sz="25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TEXT PLACEHOLDER</a:t>
            </a:r>
          </a:p>
        </p:txBody>
      </p:sp>
      <p:sp>
        <p:nvSpPr>
          <p:cNvPr id="78" name="Text Placeholder 3"/>
          <p:cNvSpPr>
            <a:spLocks noGrp="1"/>
          </p:cNvSpPr>
          <p:nvPr>
            <p:ph type="body" sz="quarter" idx="121" hasCustomPrompt="1"/>
          </p:nvPr>
        </p:nvSpPr>
        <p:spPr>
          <a:xfrm>
            <a:off x="-10408283" y="21259801"/>
            <a:ext cx="10056813" cy="846363"/>
          </a:xfrm>
          <a:prstGeom prst="rect">
            <a:avLst/>
          </a:prstGeom>
        </p:spPr>
        <p:txBody>
          <a:bodyPr wrap="square" lIns="228589" tIns="228589" rIns="228589" bIns="228589">
            <a:spAutoFit/>
          </a:bodyPr>
          <a:lstStyle>
            <a:lvl1pPr marL="0" indent="0">
              <a:buNone/>
              <a:defRPr sz="2500" baseline="0">
                <a:latin typeface="Trebuchet MS" pitchFamily="34" charset="0"/>
              </a:defRPr>
            </a:lvl1pPr>
            <a:lvl2pPr marL="1485825" indent="-571471">
              <a:defRPr sz="2500">
                <a:latin typeface="Trebuchet MS" pitchFamily="34" charset="0"/>
              </a:defRPr>
            </a:lvl2pPr>
            <a:lvl3pPr marL="2057297" indent="-571471">
              <a:defRPr sz="2500">
                <a:latin typeface="Trebuchet MS" pitchFamily="34" charset="0"/>
              </a:defRPr>
            </a:lvl3pPr>
            <a:lvl4pPr marL="2685916" indent="-628619">
              <a:defRPr sz="2500">
                <a:latin typeface="Trebuchet MS" pitchFamily="34" charset="0"/>
              </a:defRPr>
            </a:lvl4pPr>
            <a:lvl5pPr marL="3143093" indent="-457177">
              <a:defRPr sz="25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TEXT PLACEHOLDER</a:t>
            </a:r>
          </a:p>
        </p:txBody>
      </p:sp>
      <p:sp>
        <p:nvSpPr>
          <p:cNvPr id="79" name="Text Placeholder 3"/>
          <p:cNvSpPr>
            <a:spLocks noGrp="1"/>
          </p:cNvSpPr>
          <p:nvPr>
            <p:ph type="body" sz="quarter" idx="122" hasCustomPrompt="1"/>
          </p:nvPr>
        </p:nvSpPr>
        <p:spPr>
          <a:xfrm>
            <a:off x="-10408283" y="21259801"/>
            <a:ext cx="10056813" cy="846363"/>
          </a:xfrm>
          <a:prstGeom prst="rect">
            <a:avLst/>
          </a:prstGeom>
        </p:spPr>
        <p:txBody>
          <a:bodyPr wrap="square" lIns="228589" tIns="228589" rIns="228589" bIns="228589">
            <a:spAutoFit/>
          </a:bodyPr>
          <a:lstStyle>
            <a:lvl1pPr marL="0" indent="0">
              <a:buNone/>
              <a:defRPr sz="2500" baseline="0">
                <a:latin typeface="Trebuchet MS" pitchFamily="34" charset="0"/>
              </a:defRPr>
            </a:lvl1pPr>
            <a:lvl2pPr marL="1485825" indent="-571471">
              <a:defRPr sz="2500">
                <a:latin typeface="Trebuchet MS" pitchFamily="34" charset="0"/>
              </a:defRPr>
            </a:lvl2pPr>
            <a:lvl3pPr marL="2057297" indent="-571471">
              <a:defRPr sz="2500">
                <a:latin typeface="Trebuchet MS" pitchFamily="34" charset="0"/>
              </a:defRPr>
            </a:lvl3pPr>
            <a:lvl4pPr marL="2685916" indent="-628619">
              <a:defRPr sz="2500">
                <a:latin typeface="Trebuchet MS" pitchFamily="34" charset="0"/>
              </a:defRPr>
            </a:lvl4pPr>
            <a:lvl5pPr marL="3143093" indent="-457177">
              <a:defRPr sz="25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TEXT PLACEHOLDER</a:t>
            </a:r>
          </a:p>
        </p:txBody>
      </p:sp>
      <p:sp>
        <p:nvSpPr>
          <p:cNvPr id="80" name="Text Placeholder 3"/>
          <p:cNvSpPr>
            <a:spLocks noGrp="1"/>
          </p:cNvSpPr>
          <p:nvPr>
            <p:ph type="body" sz="quarter" idx="123" hasCustomPrompt="1"/>
          </p:nvPr>
        </p:nvSpPr>
        <p:spPr>
          <a:xfrm>
            <a:off x="-10408283" y="21259801"/>
            <a:ext cx="10056813" cy="846363"/>
          </a:xfrm>
          <a:prstGeom prst="rect">
            <a:avLst/>
          </a:prstGeom>
        </p:spPr>
        <p:txBody>
          <a:bodyPr wrap="square" lIns="228589" tIns="228589" rIns="228589" bIns="228589">
            <a:spAutoFit/>
          </a:bodyPr>
          <a:lstStyle>
            <a:lvl1pPr marL="0" indent="0">
              <a:buNone/>
              <a:defRPr sz="2500" baseline="0">
                <a:latin typeface="Trebuchet MS" pitchFamily="34" charset="0"/>
              </a:defRPr>
            </a:lvl1pPr>
            <a:lvl2pPr marL="1485825" indent="-571471">
              <a:defRPr sz="2500">
                <a:latin typeface="Trebuchet MS" pitchFamily="34" charset="0"/>
              </a:defRPr>
            </a:lvl2pPr>
            <a:lvl3pPr marL="2057297" indent="-571471">
              <a:defRPr sz="2500">
                <a:latin typeface="Trebuchet MS" pitchFamily="34" charset="0"/>
              </a:defRPr>
            </a:lvl3pPr>
            <a:lvl4pPr marL="2685916" indent="-628619">
              <a:defRPr sz="2500">
                <a:latin typeface="Trebuchet MS" pitchFamily="34" charset="0"/>
              </a:defRPr>
            </a:lvl4pPr>
            <a:lvl5pPr marL="3143093" indent="-457177">
              <a:defRPr sz="25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TEXT PLACEHOLDER</a:t>
            </a:r>
          </a:p>
        </p:txBody>
      </p:sp>
      <p:sp>
        <p:nvSpPr>
          <p:cNvPr id="81" name="Text Placeholder 3"/>
          <p:cNvSpPr>
            <a:spLocks noGrp="1"/>
          </p:cNvSpPr>
          <p:nvPr>
            <p:ph type="body" sz="quarter" idx="124" hasCustomPrompt="1"/>
          </p:nvPr>
        </p:nvSpPr>
        <p:spPr>
          <a:xfrm>
            <a:off x="-10408283" y="21259801"/>
            <a:ext cx="10056813" cy="846363"/>
          </a:xfrm>
          <a:prstGeom prst="rect">
            <a:avLst/>
          </a:prstGeom>
        </p:spPr>
        <p:txBody>
          <a:bodyPr wrap="square" lIns="228589" tIns="228589" rIns="228589" bIns="228589">
            <a:spAutoFit/>
          </a:bodyPr>
          <a:lstStyle>
            <a:lvl1pPr marL="0" indent="0">
              <a:buNone/>
              <a:defRPr sz="2500" baseline="0">
                <a:latin typeface="Trebuchet MS" pitchFamily="34" charset="0"/>
              </a:defRPr>
            </a:lvl1pPr>
            <a:lvl2pPr marL="1485825" indent="-571471">
              <a:defRPr sz="2500">
                <a:latin typeface="Trebuchet MS" pitchFamily="34" charset="0"/>
              </a:defRPr>
            </a:lvl2pPr>
            <a:lvl3pPr marL="2057297" indent="-571471">
              <a:defRPr sz="2500">
                <a:latin typeface="Trebuchet MS" pitchFamily="34" charset="0"/>
              </a:defRPr>
            </a:lvl3pPr>
            <a:lvl4pPr marL="2685916" indent="-628619">
              <a:defRPr sz="2500">
                <a:latin typeface="Trebuchet MS" pitchFamily="34" charset="0"/>
              </a:defRPr>
            </a:lvl4pPr>
            <a:lvl5pPr marL="3143093" indent="-457177">
              <a:defRPr sz="25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TEXT PLACEHOLDER</a:t>
            </a:r>
          </a:p>
        </p:txBody>
      </p:sp>
      <p:sp>
        <p:nvSpPr>
          <p:cNvPr id="82" name="Text Placeholder 3"/>
          <p:cNvSpPr>
            <a:spLocks noGrp="1"/>
          </p:cNvSpPr>
          <p:nvPr>
            <p:ph type="body" sz="quarter" idx="125" hasCustomPrompt="1"/>
          </p:nvPr>
        </p:nvSpPr>
        <p:spPr>
          <a:xfrm>
            <a:off x="-10408283" y="21259801"/>
            <a:ext cx="10056813" cy="846363"/>
          </a:xfrm>
          <a:prstGeom prst="rect">
            <a:avLst/>
          </a:prstGeom>
        </p:spPr>
        <p:txBody>
          <a:bodyPr wrap="square" lIns="228589" tIns="228589" rIns="228589" bIns="228589">
            <a:spAutoFit/>
          </a:bodyPr>
          <a:lstStyle>
            <a:lvl1pPr marL="0" indent="0">
              <a:buNone/>
              <a:defRPr sz="2500" baseline="0">
                <a:latin typeface="Trebuchet MS" pitchFamily="34" charset="0"/>
              </a:defRPr>
            </a:lvl1pPr>
            <a:lvl2pPr marL="1485825" indent="-571471">
              <a:defRPr sz="2500">
                <a:latin typeface="Trebuchet MS" pitchFamily="34" charset="0"/>
              </a:defRPr>
            </a:lvl2pPr>
            <a:lvl3pPr marL="2057297" indent="-571471">
              <a:defRPr sz="2500">
                <a:latin typeface="Trebuchet MS" pitchFamily="34" charset="0"/>
              </a:defRPr>
            </a:lvl3pPr>
            <a:lvl4pPr marL="2685916" indent="-628619">
              <a:defRPr sz="2500">
                <a:latin typeface="Trebuchet MS" pitchFamily="34" charset="0"/>
              </a:defRPr>
            </a:lvl4pPr>
            <a:lvl5pPr marL="3143093" indent="-457177">
              <a:defRPr sz="25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TEXT PLACEHOLDER</a:t>
            </a:r>
          </a:p>
        </p:txBody>
      </p:sp>
      <p:sp>
        <p:nvSpPr>
          <p:cNvPr id="83" name="Picture Placeholder 13"/>
          <p:cNvSpPr>
            <a:spLocks noGrp="1"/>
          </p:cNvSpPr>
          <p:nvPr>
            <p:ph type="pic" sz="quarter" idx="115" hasCustomPrompt="1"/>
          </p:nvPr>
        </p:nvSpPr>
        <p:spPr>
          <a:xfrm>
            <a:off x="-9326880" y="25313640"/>
            <a:ext cx="7909559" cy="4840110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/>
        </p:spPr>
        <p:txBody>
          <a:bodyPr lIns="91436" tIns="45717" rIns="91436" bIns="45717" anchor="ctr"/>
          <a:lstStyle>
            <a:lvl1pPr marL="0" indent="0" algn="ctr">
              <a:buNone/>
              <a:defRPr sz="4000" b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PICTURE PLACEHOLDER</a:t>
            </a:r>
          </a:p>
        </p:txBody>
      </p:sp>
      <p:sp>
        <p:nvSpPr>
          <p:cNvPr id="84" name="Picture Placeholder 13"/>
          <p:cNvSpPr>
            <a:spLocks noGrp="1"/>
          </p:cNvSpPr>
          <p:nvPr>
            <p:ph type="pic" sz="quarter" idx="126" hasCustomPrompt="1"/>
          </p:nvPr>
        </p:nvSpPr>
        <p:spPr>
          <a:xfrm>
            <a:off x="-9326880" y="25313640"/>
            <a:ext cx="7909559" cy="4840110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/>
        </p:spPr>
        <p:txBody>
          <a:bodyPr lIns="91436" tIns="45717" rIns="91436" bIns="45717" anchor="ctr"/>
          <a:lstStyle>
            <a:lvl1pPr marL="0" indent="0" algn="ctr">
              <a:buNone/>
              <a:defRPr sz="4000" b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PICTURE PLACEHOLDER</a:t>
            </a:r>
          </a:p>
        </p:txBody>
      </p:sp>
      <p:sp>
        <p:nvSpPr>
          <p:cNvPr id="85" name="Picture Placeholder 13"/>
          <p:cNvSpPr>
            <a:spLocks noGrp="1"/>
          </p:cNvSpPr>
          <p:nvPr>
            <p:ph type="pic" sz="quarter" idx="127" hasCustomPrompt="1"/>
          </p:nvPr>
        </p:nvSpPr>
        <p:spPr>
          <a:xfrm>
            <a:off x="-9326880" y="25313640"/>
            <a:ext cx="7909559" cy="4840110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/>
        </p:spPr>
        <p:txBody>
          <a:bodyPr lIns="91436" tIns="45717" rIns="91436" bIns="45717" anchor="ctr"/>
          <a:lstStyle>
            <a:lvl1pPr marL="0" indent="0" algn="ctr">
              <a:buNone/>
              <a:defRPr sz="4000" b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PICTURE PLACEHOLDER</a:t>
            </a:r>
          </a:p>
        </p:txBody>
      </p:sp>
      <p:sp>
        <p:nvSpPr>
          <p:cNvPr id="86" name="Picture Placeholder 13"/>
          <p:cNvSpPr>
            <a:spLocks noGrp="1"/>
          </p:cNvSpPr>
          <p:nvPr>
            <p:ph type="pic" sz="quarter" idx="128" hasCustomPrompt="1"/>
          </p:nvPr>
        </p:nvSpPr>
        <p:spPr>
          <a:xfrm>
            <a:off x="-9326880" y="25313640"/>
            <a:ext cx="7909559" cy="4840110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/>
        </p:spPr>
        <p:txBody>
          <a:bodyPr lIns="91436" tIns="45717" rIns="91436" bIns="45717" anchor="ctr"/>
          <a:lstStyle>
            <a:lvl1pPr marL="0" indent="0" algn="ctr">
              <a:buNone/>
              <a:defRPr sz="4000" b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PICTURE PLACEHOLDER</a:t>
            </a:r>
          </a:p>
        </p:txBody>
      </p:sp>
      <p:sp>
        <p:nvSpPr>
          <p:cNvPr id="87" name="Picture Placeholder 13"/>
          <p:cNvSpPr>
            <a:spLocks noGrp="1"/>
          </p:cNvSpPr>
          <p:nvPr>
            <p:ph type="pic" sz="quarter" idx="129" hasCustomPrompt="1"/>
          </p:nvPr>
        </p:nvSpPr>
        <p:spPr>
          <a:xfrm>
            <a:off x="-9326880" y="25313640"/>
            <a:ext cx="7909559" cy="4840110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/>
        </p:spPr>
        <p:txBody>
          <a:bodyPr lIns="91436" tIns="45717" rIns="91436" bIns="45717" anchor="ctr"/>
          <a:lstStyle>
            <a:lvl1pPr marL="0" indent="0" algn="ctr">
              <a:buNone/>
              <a:defRPr sz="4000" b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PICTURE PLACEHOLDER</a:t>
            </a:r>
          </a:p>
        </p:txBody>
      </p:sp>
      <p:sp>
        <p:nvSpPr>
          <p:cNvPr id="88" name="Picture Placeholder 13"/>
          <p:cNvSpPr>
            <a:spLocks noGrp="1"/>
          </p:cNvSpPr>
          <p:nvPr>
            <p:ph type="pic" sz="quarter" idx="130" hasCustomPrompt="1"/>
          </p:nvPr>
        </p:nvSpPr>
        <p:spPr>
          <a:xfrm>
            <a:off x="-9326880" y="25313640"/>
            <a:ext cx="7909559" cy="4840110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/>
        </p:spPr>
        <p:txBody>
          <a:bodyPr lIns="91436" tIns="45717" rIns="91436" bIns="45717" anchor="ctr"/>
          <a:lstStyle>
            <a:lvl1pPr marL="0" indent="0" algn="ctr">
              <a:buNone/>
              <a:defRPr sz="4000" b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PICTURE PLACEHOLDER</a:t>
            </a:r>
          </a:p>
        </p:txBody>
      </p:sp>
      <p:sp>
        <p:nvSpPr>
          <p:cNvPr id="89" name="Picture Placeholder 13"/>
          <p:cNvSpPr>
            <a:spLocks noGrp="1"/>
          </p:cNvSpPr>
          <p:nvPr>
            <p:ph type="pic" sz="quarter" idx="131" hasCustomPrompt="1"/>
          </p:nvPr>
        </p:nvSpPr>
        <p:spPr>
          <a:xfrm>
            <a:off x="-9326880" y="25313640"/>
            <a:ext cx="7909559" cy="4840110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/>
        </p:spPr>
        <p:txBody>
          <a:bodyPr lIns="91436" tIns="45717" rIns="91436" bIns="45717" anchor="ctr"/>
          <a:lstStyle>
            <a:lvl1pPr marL="0" indent="0" algn="ctr">
              <a:buNone/>
              <a:defRPr sz="4000" b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PICTURE PLACEHOLDER</a:t>
            </a:r>
          </a:p>
        </p:txBody>
      </p:sp>
      <p:sp>
        <p:nvSpPr>
          <p:cNvPr id="90" name="Picture Placeholder 13"/>
          <p:cNvSpPr>
            <a:spLocks noGrp="1"/>
          </p:cNvSpPr>
          <p:nvPr>
            <p:ph type="pic" sz="quarter" idx="132" hasCustomPrompt="1"/>
          </p:nvPr>
        </p:nvSpPr>
        <p:spPr>
          <a:xfrm>
            <a:off x="-9326880" y="25313640"/>
            <a:ext cx="7909559" cy="4840110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/>
        </p:spPr>
        <p:txBody>
          <a:bodyPr lIns="91436" tIns="45717" rIns="91436" bIns="45717" anchor="ctr"/>
          <a:lstStyle>
            <a:lvl1pPr marL="0" indent="0" algn="ctr">
              <a:buNone/>
              <a:defRPr sz="4000" b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PICTURE PLACEHOLDER</a:t>
            </a:r>
          </a:p>
        </p:txBody>
      </p:sp>
      <p:sp>
        <p:nvSpPr>
          <p:cNvPr id="91" name="Picture Placeholder 13"/>
          <p:cNvSpPr>
            <a:spLocks noGrp="1"/>
          </p:cNvSpPr>
          <p:nvPr>
            <p:ph type="pic" sz="quarter" idx="133" hasCustomPrompt="1"/>
          </p:nvPr>
        </p:nvSpPr>
        <p:spPr>
          <a:xfrm>
            <a:off x="-9326880" y="25313640"/>
            <a:ext cx="7909559" cy="4840110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/>
        </p:spPr>
        <p:txBody>
          <a:bodyPr lIns="91436" tIns="45717" rIns="91436" bIns="45717" anchor="ctr"/>
          <a:lstStyle>
            <a:lvl1pPr marL="0" indent="0" algn="ctr">
              <a:buNone/>
              <a:defRPr sz="4000" b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PICTURE PLACEHOLDER</a:t>
            </a:r>
          </a:p>
        </p:txBody>
      </p:sp>
      <p:sp>
        <p:nvSpPr>
          <p:cNvPr id="92" name="Picture Placeholder 13"/>
          <p:cNvSpPr>
            <a:spLocks noGrp="1"/>
          </p:cNvSpPr>
          <p:nvPr>
            <p:ph type="pic" sz="quarter" idx="134" hasCustomPrompt="1"/>
          </p:nvPr>
        </p:nvSpPr>
        <p:spPr>
          <a:xfrm>
            <a:off x="-9326880" y="25313640"/>
            <a:ext cx="7909559" cy="4840110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/>
        </p:spPr>
        <p:txBody>
          <a:bodyPr lIns="91436" tIns="45717" rIns="91436" bIns="45717" anchor="ctr"/>
          <a:lstStyle>
            <a:lvl1pPr marL="0" indent="0" algn="ctr">
              <a:buNone/>
              <a:defRPr sz="4000" b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PICTURE PLACEHOLDER</a:t>
            </a:r>
          </a:p>
        </p:txBody>
      </p:sp>
      <p:sp>
        <p:nvSpPr>
          <p:cNvPr id="93" name="Picture Placeholder 13"/>
          <p:cNvSpPr>
            <a:spLocks noGrp="1"/>
          </p:cNvSpPr>
          <p:nvPr>
            <p:ph type="pic" sz="quarter" idx="135" hasCustomPrompt="1"/>
          </p:nvPr>
        </p:nvSpPr>
        <p:spPr>
          <a:xfrm>
            <a:off x="-9326880" y="25313640"/>
            <a:ext cx="7909559" cy="4840110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/>
        </p:spPr>
        <p:txBody>
          <a:bodyPr lIns="91436" tIns="45717" rIns="91436" bIns="45717" anchor="ctr"/>
          <a:lstStyle>
            <a:lvl1pPr marL="0" indent="0" algn="ctr">
              <a:buNone/>
              <a:defRPr sz="4000" b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PICTURE PLACEHOLDER</a:t>
            </a:r>
          </a:p>
        </p:txBody>
      </p:sp>
      <p:sp>
        <p:nvSpPr>
          <p:cNvPr id="94" name="Text Placeholder 5"/>
          <p:cNvSpPr>
            <a:spLocks noGrp="1"/>
          </p:cNvSpPr>
          <p:nvPr>
            <p:ph type="body" sz="quarter" idx="136" hasCustomPrompt="1"/>
          </p:nvPr>
        </p:nvSpPr>
        <p:spPr>
          <a:xfrm>
            <a:off x="-10408283" y="18288001"/>
            <a:ext cx="10050462" cy="754045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91436" tIns="91436" rIns="91436" bIns="91436" anchor="ctr" anchorCtr="0">
            <a:spAutoFit/>
          </a:bodyPr>
          <a:lstStyle>
            <a:lvl1pPr algn="ctr">
              <a:buNone/>
              <a:defRPr sz="37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95" name="Text Placeholder 5"/>
          <p:cNvSpPr>
            <a:spLocks noGrp="1"/>
          </p:cNvSpPr>
          <p:nvPr>
            <p:ph type="body" sz="quarter" idx="137" hasCustomPrompt="1"/>
          </p:nvPr>
        </p:nvSpPr>
        <p:spPr>
          <a:xfrm>
            <a:off x="-10408283" y="18288001"/>
            <a:ext cx="10050462" cy="754045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91436" tIns="91436" rIns="91436" bIns="91436" anchor="ctr" anchorCtr="0">
            <a:spAutoFit/>
          </a:bodyPr>
          <a:lstStyle>
            <a:lvl1pPr algn="ctr">
              <a:buNone/>
              <a:defRPr sz="37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96" name="Text Placeholder 5"/>
          <p:cNvSpPr>
            <a:spLocks noGrp="1"/>
          </p:cNvSpPr>
          <p:nvPr>
            <p:ph type="body" sz="quarter" idx="138" hasCustomPrompt="1"/>
          </p:nvPr>
        </p:nvSpPr>
        <p:spPr>
          <a:xfrm>
            <a:off x="-10408283" y="18288001"/>
            <a:ext cx="10050462" cy="754045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91436" tIns="91436" rIns="91436" bIns="91436" anchor="ctr" anchorCtr="0">
            <a:spAutoFit/>
          </a:bodyPr>
          <a:lstStyle>
            <a:lvl1pPr algn="ctr">
              <a:buNone/>
              <a:defRPr sz="37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97" name="Text Placeholder 5"/>
          <p:cNvSpPr>
            <a:spLocks noGrp="1"/>
          </p:cNvSpPr>
          <p:nvPr>
            <p:ph type="body" sz="quarter" idx="139" hasCustomPrompt="1"/>
          </p:nvPr>
        </p:nvSpPr>
        <p:spPr>
          <a:xfrm>
            <a:off x="-10408283" y="18288001"/>
            <a:ext cx="10050462" cy="754045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91436" tIns="91436" rIns="91436" bIns="91436" anchor="ctr" anchorCtr="0">
            <a:spAutoFit/>
          </a:bodyPr>
          <a:lstStyle>
            <a:lvl1pPr algn="ctr">
              <a:buNone/>
              <a:defRPr sz="37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98" name="Text Placeholder 5"/>
          <p:cNvSpPr>
            <a:spLocks noGrp="1"/>
          </p:cNvSpPr>
          <p:nvPr>
            <p:ph type="body" sz="quarter" idx="140" hasCustomPrompt="1"/>
          </p:nvPr>
        </p:nvSpPr>
        <p:spPr>
          <a:xfrm>
            <a:off x="-10408283" y="18288001"/>
            <a:ext cx="10050462" cy="754045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91436" tIns="91436" rIns="91436" bIns="91436" anchor="ctr" anchorCtr="0">
            <a:spAutoFit/>
          </a:bodyPr>
          <a:lstStyle>
            <a:lvl1pPr algn="ctr">
              <a:buNone/>
              <a:defRPr sz="37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99" name="Text Placeholder 5"/>
          <p:cNvSpPr>
            <a:spLocks noGrp="1"/>
          </p:cNvSpPr>
          <p:nvPr>
            <p:ph type="body" sz="quarter" idx="141" hasCustomPrompt="1"/>
          </p:nvPr>
        </p:nvSpPr>
        <p:spPr>
          <a:xfrm>
            <a:off x="-10408283" y="18288001"/>
            <a:ext cx="10050462" cy="754045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91436" tIns="91436" rIns="91436" bIns="91436" anchor="ctr" anchorCtr="0">
            <a:spAutoFit/>
          </a:bodyPr>
          <a:lstStyle>
            <a:lvl1pPr algn="ctr">
              <a:buNone/>
              <a:defRPr sz="37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100" name="Text Placeholder 5"/>
          <p:cNvSpPr>
            <a:spLocks noGrp="1"/>
          </p:cNvSpPr>
          <p:nvPr>
            <p:ph type="body" sz="quarter" idx="142" hasCustomPrompt="1"/>
          </p:nvPr>
        </p:nvSpPr>
        <p:spPr>
          <a:xfrm>
            <a:off x="-10408283" y="18288001"/>
            <a:ext cx="10050462" cy="754045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91436" tIns="91436" rIns="91436" bIns="91436" anchor="ctr" anchorCtr="0">
            <a:spAutoFit/>
          </a:bodyPr>
          <a:lstStyle>
            <a:lvl1pPr algn="ctr">
              <a:buNone/>
              <a:defRPr sz="37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101" name="Text Placeholder 5"/>
          <p:cNvSpPr>
            <a:spLocks noGrp="1"/>
          </p:cNvSpPr>
          <p:nvPr>
            <p:ph type="body" sz="quarter" idx="143" hasCustomPrompt="1"/>
          </p:nvPr>
        </p:nvSpPr>
        <p:spPr>
          <a:xfrm>
            <a:off x="-10408283" y="18288001"/>
            <a:ext cx="10050462" cy="754045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91436" tIns="91436" rIns="91436" bIns="91436" anchor="ctr" anchorCtr="0">
            <a:spAutoFit/>
          </a:bodyPr>
          <a:lstStyle>
            <a:lvl1pPr algn="ctr">
              <a:buNone/>
              <a:defRPr sz="37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102" name="Text Placeholder 5"/>
          <p:cNvSpPr>
            <a:spLocks noGrp="1"/>
          </p:cNvSpPr>
          <p:nvPr>
            <p:ph type="body" sz="quarter" idx="144" hasCustomPrompt="1"/>
          </p:nvPr>
        </p:nvSpPr>
        <p:spPr>
          <a:xfrm>
            <a:off x="-10408283" y="18288001"/>
            <a:ext cx="10050462" cy="754045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91436" tIns="91436" rIns="91436" bIns="91436" anchor="ctr" anchorCtr="0">
            <a:spAutoFit/>
          </a:bodyPr>
          <a:lstStyle>
            <a:lvl1pPr algn="ctr">
              <a:buNone/>
              <a:defRPr sz="37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103" name="Text Placeholder 5"/>
          <p:cNvSpPr>
            <a:spLocks noGrp="1"/>
          </p:cNvSpPr>
          <p:nvPr>
            <p:ph type="body" sz="quarter" idx="145" hasCustomPrompt="1"/>
          </p:nvPr>
        </p:nvSpPr>
        <p:spPr>
          <a:xfrm>
            <a:off x="-10408283" y="18288001"/>
            <a:ext cx="10050462" cy="754045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91436" tIns="91436" rIns="91436" bIns="91436" anchor="ctr" anchorCtr="0">
            <a:spAutoFit/>
          </a:bodyPr>
          <a:lstStyle>
            <a:lvl1pPr algn="ctr">
              <a:buNone/>
              <a:defRPr sz="37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104" name="Text Placeholder 5"/>
          <p:cNvSpPr>
            <a:spLocks noGrp="1"/>
          </p:cNvSpPr>
          <p:nvPr>
            <p:ph type="body" sz="quarter" idx="146" hasCustomPrompt="1"/>
          </p:nvPr>
        </p:nvSpPr>
        <p:spPr>
          <a:xfrm>
            <a:off x="-10408283" y="18288001"/>
            <a:ext cx="10050462" cy="754045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91436" tIns="91436" rIns="91436" bIns="91436" anchor="ctr" anchorCtr="0">
            <a:spAutoFit/>
          </a:bodyPr>
          <a:lstStyle>
            <a:lvl1pPr algn="ctr">
              <a:buNone/>
              <a:defRPr sz="37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105" name="Text Placeholder 5"/>
          <p:cNvSpPr>
            <a:spLocks noGrp="1"/>
          </p:cNvSpPr>
          <p:nvPr>
            <p:ph type="body" sz="quarter" idx="147" hasCustomPrompt="1"/>
          </p:nvPr>
        </p:nvSpPr>
        <p:spPr>
          <a:xfrm>
            <a:off x="-10408283" y="18288001"/>
            <a:ext cx="10050462" cy="754045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91436" tIns="91436" rIns="91436" bIns="91436" anchor="ctr" anchorCtr="0">
            <a:spAutoFit/>
          </a:bodyPr>
          <a:lstStyle>
            <a:lvl1pPr algn="ctr">
              <a:buNone/>
              <a:defRPr sz="37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106" name="Text Placeholder 5"/>
          <p:cNvSpPr>
            <a:spLocks noGrp="1"/>
          </p:cNvSpPr>
          <p:nvPr>
            <p:ph type="body" sz="quarter" idx="148" hasCustomPrompt="1"/>
          </p:nvPr>
        </p:nvSpPr>
        <p:spPr>
          <a:xfrm>
            <a:off x="-10408283" y="18288001"/>
            <a:ext cx="10050462" cy="754045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91436" tIns="91436" rIns="91436" bIns="91436" anchor="ctr" anchorCtr="0">
            <a:spAutoFit/>
          </a:bodyPr>
          <a:lstStyle>
            <a:lvl1pPr algn="ctr">
              <a:buNone/>
              <a:defRPr sz="37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107" name="Text Placeholder 5"/>
          <p:cNvSpPr>
            <a:spLocks noGrp="1"/>
          </p:cNvSpPr>
          <p:nvPr>
            <p:ph type="body" sz="quarter" idx="149" hasCustomPrompt="1"/>
          </p:nvPr>
        </p:nvSpPr>
        <p:spPr>
          <a:xfrm>
            <a:off x="-10408283" y="18288001"/>
            <a:ext cx="10050462" cy="754045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91436" tIns="91436" rIns="91436" bIns="91436" anchor="ctr" anchorCtr="0">
            <a:spAutoFit/>
          </a:bodyPr>
          <a:lstStyle>
            <a:lvl1pPr algn="ctr">
              <a:buNone/>
              <a:defRPr sz="37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jpeg"/><Relationship Id="rId5" Type="http://schemas.openxmlformats.org/officeDocument/2006/relationships/hyperlink" Target="http://www.facebook.com/pages/PosterPresentationscom/217914411419?v=app_4949752878&amp;ref=ts" TargetMode="External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jpeg"/><Relationship Id="rId5" Type="http://schemas.openxmlformats.org/officeDocument/2006/relationships/hyperlink" Target="http://www.facebook.com/pages/PosterPresentationscom/217914411419?v=app_4949752878&amp;ref=ts" TargetMode="External"/><Relationship Id="rId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.jpeg"/><Relationship Id="rId5" Type="http://schemas.openxmlformats.org/officeDocument/2006/relationships/hyperlink" Target="http://www.facebook.com/pages/PosterPresentationscom/217914411419?v=app_4949752878&amp;ref=ts" TargetMode="External"/><Relationship Id="rId4" Type="http://schemas.openxmlformats.org/officeDocument/2006/relationships/image" Target="../media/image2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.jpeg"/><Relationship Id="rId5" Type="http://schemas.openxmlformats.org/officeDocument/2006/relationships/hyperlink" Target="http://www.facebook.com/pages/PosterPresentationscom/217914411419?v=app_4949752878&amp;ref=ts" TargetMode="External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44222126" y="0"/>
            <a:ext cx="10050462" cy="329184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72" tIns="365741" rIns="182872" bIns="182872" rtlCol="0" anchor="t" anchorCtr="0"/>
          <a:lstStyle/>
          <a:p>
            <a:pPr algn="ctr"/>
            <a:r>
              <a:rPr lang="en-US" sz="4000" b="1" dirty="0">
                <a:solidFill>
                  <a:schemeClr val="bg1"/>
                </a:solidFill>
                <a:latin typeface="Trebuchet MS" pitchFamily="34" charset="0"/>
              </a:rPr>
              <a:t>QUICK</a:t>
            </a:r>
            <a:r>
              <a:rPr lang="en-US" sz="4000" b="1" baseline="0" dirty="0">
                <a:solidFill>
                  <a:schemeClr val="bg1"/>
                </a:solidFill>
                <a:latin typeface="Trebuchet MS" pitchFamily="34" charset="0"/>
              </a:rPr>
              <a:t> TIPS</a:t>
            </a:r>
            <a:endParaRPr lang="en-US" sz="4000" b="1" dirty="0">
              <a:solidFill>
                <a:schemeClr val="bg1"/>
              </a:solidFill>
              <a:latin typeface="Trebuchet MS" pitchFamily="34" charset="0"/>
            </a:endParaRPr>
          </a:p>
          <a:p>
            <a:pPr algn="ctr"/>
            <a:r>
              <a:rPr lang="en-US" sz="4000" b="1" dirty="0">
                <a:solidFill>
                  <a:srgbClr val="FFFF00"/>
                </a:solidFill>
                <a:latin typeface="Trebuchet MS" pitchFamily="34" charset="0"/>
              </a:rPr>
              <a:t>(--THIS SECTION DOES NOT PRINT--)</a:t>
            </a:r>
          </a:p>
          <a:p>
            <a:pPr algn="ctr"/>
            <a:endParaRPr lang="en-US" sz="3200" b="1" dirty="0">
              <a:latin typeface="Trebuchet MS" pitchFamily="34" charset="0"/>
            </a:endParaRPr>
          </a:p>
          <a:p>
            <a:pPr defTabSz="3134780"/>
            <a:r>
              <a:rPr lang="en-US" sz="3200" dirty="0">
                <a:latin typeface="Trebuchet MS" pitchFamily="34" charset="0"/>
              </a:rPr>
              <a:t>This PowerPoint</a:t>
            </a:r>
            <a:r>
              <a:rPr lang="en-US" sz="3200" baseline="0" dirty="0">
                <a:latin typeface="Trebuchet MS" pitchFamily="34" charset="0"/>
              </a:rPr>
              <a:t> template requires basic PowerPoint (version 2007 or newer) skills. Below is a list of commonly asked questions specific to this template. </a:t>
            </a:r>
            <a:br>
              <a:rPr lang="en-US" sz="3200" baseline="0" dirty="0">
                <a:latin typeface="Trebuchet MS" pitchFamily="34" charset="0"/>
              </a:rPr>
            </a:br>
            <a:r>
              <a:rPr lang="en-US" sz="3200" baseline="0" dirty="0">
                <a:latin typeface="Trebuchet MS" pitchFamily="34" charset="0"/>
              </a:rPr>
              <a:t>If you are using an older version of PowerPoint some template features may not work properly.</a:t>
            </a:r>
            <a:endParaRPr lang="en-US" sz="4000" b="1" dirty="0">
              <a:solidFill>
                <a:srgbClr val="FFFF00"/>
              </a:solidFill>
              <a:latin typeface="Trebuchet MS" pitchFamily="34" charset="0"/>
            </a:endParaRPr>
          </a:p>
          <a:p>
            <a:pPr defTabSz="3134780"/>
            <a:endParaRPr lang="en-US" sz="4000" b="1" dirty="0">
              <a:solidFill>
                <a:srgbClr val="FFFF00"/>
              </a:solidFill>
              <a:latin typeface="Trebuchet MS" pitchFamily="34" charset="0"/>
            </a:endParaRPr>
          </a:p>
          <a:p>
            <a:pPr algn="ctr"/>
            <a:r>
              <a:rPr lang="en-US" sz="4000" b="1" dirty="0">
                <a:solidFill>
                  <a:schemeClr val="bg1"/>
                </a:solidFill>
                <a:latin typeface="Trebuchet MS" pitchFamily="34" charset="0"/>
              </a:rPr>
              <a:t>Using the template</a:t>
            </a:r>
            <a:endParaRPr lang="en-US" sz="4000" b="1" baseline="0" dirty="0">
              <a:solidFill>
                <a:schemeClr val="bg1"/>
              </a:solidFill>
              <a:latin typeface="Trebuchet MS" pitchFamily="34" charset="0"/>
            </a:endParaRPr>
          </a:p>
          <a:p>
            <a:pPr algn="ctr"/>
            <a:endParaRPr lang="en-US" sz="3200" b="1" dirty="0">
              <a:solidFill>
                <a:srgbClr val="FFFF00"/>
              </a:solidFill>
              <a:latin typeface="Trebuchet MS" pitchFamily="34" charset="0"/>
            </a:endParaRPr>
          </a:p>
          <a:p>
            <a:pPr marL="0" marR="0" indent="0" algn="l" defTabSz="31347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b="1" dirty="0">
                <a:solidFill>
                  <a:srgbClr val="FFFF00"/>
                </a:solidFill>
                <a:latin typeface="Trebuchet MS" pitchFamily="34" charset="0"/>
              </a:rPr>
              <a:t>Verifying the quality of your graphics</a:t>
            </a:r>
          </a:p>
          <a:p>
            <a:pPr defTabSz="3134780"/>
            <a:r>
              <a:rPr lang="en-US" sz="3200" dirty="0">
                <a:latin typeface="Trebuchet MS" pitchFamily="34" charset="0"/>
              </a:rPr>
              <a:t>Go to the </a:t>
            </a:r>
            <a:r>
              <a:rPr lang="en-US" sz="3200" baseline="0" dirty="0">
                <a:latin typeface="Trebuchet MS" pitchFamily="34" charset="0"/>
              </a:rPr>
              <a:t>VIEW menu and click on ZOOM to set your preferred magnification. This template is at 100% the size of the final poster. All text and graphics will be printed at 100% their size. To see what your poster will look like when printed, set the zoom to 100% and evaluate the quality of all your graphics before you submit your poster for printing.</a:t>
            </a:r>
            <a:br>
              <a:rPr lang="en-US" sz="3200" baseline="0" dirty="0">
                <a:latin typeface="Trebuchet MS" pitchFamily="34" charset="0"/>
              </a:rPr>
            </a:br>
            <a:endParaRPr lang="en-US" sz="3200" baseline="0" dirty="0">
              <a:latin typeface="Trebuchet MS" pitchFamily="34" charset="0"/>
            </a:endParaRPr>
          </a:p>
          <a:p>
            <a:pPr defTabSz="3134780"/>
            <a:r>
              <a:rPr lang="en-US" sz="3200" b="1" dirty="0">
                <a:solidFill>
                  <a:srgbClr val="FFFF00"/>
                </a:solidFill>
                <a:latin typeface="Trebuchet MS" pitchFamily="34" charset="0"/>
              </a:rPr>
              <a:t>Using the placeholders</a:t>
            </a:r>
          </a:p>
          <a:p>
            <a:pPr defTabSz="3134780"/>
            <a:r>
              <a:rPr lang="en-US" sz="3200" baseline="0" dirty="0">
                <a:latin typeface="Trebuchet MS" pitchFamily="34" charset="0"/>
              </a:rPr>
              <a:t>To add text to this template click inside a placeholder and type in or paste your text. To move a placeholder, click on it </a:t>
            </a:r>
            <a:r>
              <a:rPr lang="en-US" sz="3200" u="sng" baseline="0" dirty="0">
                <a:latin typeface="Trebuchet MS" pitchFamily="34" charset="0"/>
              </a:rPr>
              <a:t>once</a:t>
            </a:r>
            <a:r>
              <a:rPr lang="en-US" sz="3200" baseline="0" dirty="0">
                <a:latin typeface="Trebuchet MS" pitchFamily="34" charset="0"/>
              </a:rPr>
              <a:t> (to select it), place your cursor on its frame and your cursor will change to this symbol:         Then, click </a:t>
            </a:r>
            <a:r>
              <a:rPr lang="en-US" sz="3200" u="sng" baseline="0" dirty="0">
                <a:latin typeface="Trebuchet MS" pitchFamily="34" charset="0"/>
              </a:rPr>
              <a:t>once</a:t>
            </a:r>
            <a:r>
              <a:rPr lang="en-US" sz="3200" baseline="0" dirty="0">
                <a:latin typeface="Trebuchet MS" pitchFamily="34" charset="0"/>
              </a:rPr>
              <a:t> and drag it to its new location where you can resize it as needed. Additional placeholders can be found on the left side of this template.</a:t>
            </a:r>
          </a:p>
          <a:p>
            <a:pPr defTabSz="3134780"/>
            <a:endParaRPr lang="en-US" sz="3200" b="1" baseline="0" dirty="0">
              <a:solidFill>
                <a:srgbClr val="FFFF00"/>
              </a:solidFill>
              <a:latin typeface="Trebuchet MS" pitchFamily="34" charset="0"/>
            </a:endParaRPr>
          </a:p>
          <a:p>
            <a:pPr defTabSz="3134780"/>
            <a:r>
              <a:rPr lang="en-US" sz="3200" b="1" baseline="0" dirty="0">
                <a:solidFill>
                  <a:srgbClr val="FFFF00"/>
                </a:solidFill>
                <a:latin typeface="Trebuchet MS" pitchFamily="34" charset="0"/>
              </a:rPr>
              <a:t>Modifying the layout</a:t>
            </a:r>
          </a:p>
          <a:p>
            <a:pPr defTabSz="3134780"/>
            <a:r>
              <a:rPr lang="en-US" sz="3200" dirty="0">
                <a:latin typeface="Trebuchet MS" pitchFamily="34" charset="0"/>
              </a:rPr>
              <a:t>This template has four</a:t>
            </a:r>
            <a:endParaRPr lang="en-US" sz="3200" baseline="0" dirty="0">
              <a:latin typeface="Trebuchet MS" pitchFamily="34" charset="0"/>
            </a:endParaRPr>
          </a:p>
          <a:p>
            <a:pPr defTabSz="3134780"/>
            <a:r>
              <a:rPr lang="en-US" sz="3200" baseline="0" dirty="0">
                <a:latin typeface="Trebuchet MS" pitchFamily="34" charset="0"/>
              </a:rPr>
              <a:t>different column layouts. </a:t>
            </a:r>
          </a:p>
          <a:p>
            <a:pPr defTabSz="3134780"/>
            <a:r>
              <a:rPr lang="en-US" sz="3200" u="sng" baseline="0" dirty="0">
                <a:latin typeface="Trebuchet MS" pitchFamily="34" charset="0"/>
              </a:rPr>
              <a:t>Right-click</a:t>
            </a:r>
            <a:r>
              <a:rPr lang="en-US" sz="3200" baseline="0" dirty="0">
                <a:latin typeface="Trebuchet MS" pitchFamily="34" charset="0"/>
              </a:rPr>
              <a:t> your mouse</a:t>
            </a:r>
          </a:p>
          <a:p>
            <a:pPr defTabSz="3134780"/>
            <a:r>
              <a:rPr lang="en-US" sz="3200" baseline="0" dirty="0">
                <a:latin typeface="Trebuchet MS" pitchFamily="34" charset="0"/>
              </a:rPr>
              <a:t>on the background and </a:t>
            </a:r>
          </a:p>
          <a:p>
            <a:pPr defTabSz="3134780"/>
            <a:r>
              <a:rPr lang="en-US" sz="3200" baseline="0" dirty="0">
                <a:latin typeface="Trebuchet MS" pitchFamily="34" charset="0"/>
              </a:rPr>
              <a:t>click on “Layout” to see </a:t>
            </a:r>
          </a:p>
          <a:p>
            <a:pPr defTabSz="3134780"/>
            <a:r>
              <a:rPr lang="en-US" sz="3200" baseline="0" dirty="0">
                <a:latin typeface="Trebuchet MS" pitchFamily="34" charset="0"/>
              </a:rPr>
              <a:t>the layout options.</a:t>
            </a:r>
            <a:endParaRPr lang="en-US" sz="3200" dirty="0">
              <a:latin typeface="Trebuchet MS" pitchFamily="34" charset="0"/>
            </a:endParaRPr>
          </a:p>
          <a:p>
            <a:pPr marL="0" marR="0" indent="0" algn="l" defTabSz="31347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baseline="0" dirty="0">
                <a:latin typeface="Trebuchet MS" pitchFamily="34" charset="0"/>
              </a:rPr>
              <a:t>The columns in the provided layouts are fixed and cannot be moved but advanced users can modify any layout by going to VIEW and then SLIDE MASTER.</a:t>
            </a:r>
          </a:p>
          <a:p>
            <a:pPr marL="0" marR="0" indent="0" algn="l" defTabSz="31347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3200" baseline="0" dirty="0">
              <a:latin typeface="Trebuchet MS" pitchFamily="34" charset="0"/>
            </a:endParaRPr>
          </a:p>
          <a:p>
            <a:pPr defTabSz="3134780"/>
            <a:r>
              <a:rPr lang="en-US" sz="3200" b="1" baseline="0" dirty="0">
                <a:solidFill>
                  <a:srgbClr val="FFFF00"/>
                </a:solidFill>
                <a:latin typeface="Trebuchet MS" pitchFamily="34" charset="0"/>
              </a:rPr>
              <a:t>Importing text and graphics from external sources</a:t>
            </a:r>
          </a:p>
          <a:p>
            <a:pPr defTabSz="3134780"/>
            <a:r>
              <a:rPr lang="en-US" sz="3200" b="1" u="sng" baseline="0" dirty="0">
                <a:latin typeface="Trebuchet MS" pitchFamily="34" charset="0"/>
              </a:rPr>
              <a:t>TEXT: </a:t>
            </a:r>
            <a:r>
              <a:rPr lang="en-US" sz="3200" baseline="0" dirty="0">
                <a:latin typeface="Trebuchet MS" pitchFamily="34" charset="0"/>
              </a:rPr>
              <a:t>Paste or type your text into a pre-existing placeholder or drag in a new placeholder from the left side of the template. Move it anywhere as needed.</a:t>
            </a:r>
          </a:p>
          <a:p>
            <a:pPr defTabSz="3134780"/>
            <a:r>
              <a:rPr lang="en-US" sz="3200" b="1" u="sng" baseline="0" dirty="0">
                <a:latin typeface="Trebuchet MS" pitchFamily="34" charset="0"/>
              </a:rPr>
              <a:t>PHOTOS: </a:t>
            </a:r>
            <a:r>
              <a:rPr lang="en-US" sz="3200" baseline="0" dirty="0">
                <a:latin typeface="Trebuchet MS" pitchFamily="34" charset="0"/>
              </a:rPr>
              <a:t>Drag in a picture placeholder, size it </a:t>
            </a:r>
            <a:r>
              <a:rPr lang="en-US" sz="3200" u="sng" baseline="0" dirty="0">
                <a:latin typeface="Trebuchet MS" pitchFamily="34" charset="0"/>
              </a:rPr>
              <a:t>first</a:t>
            </a:r>
            <a:r>
              <a:rPr lang="en-US" sz="3200" baseline="0" dirty="0">
                <a:latin typeface="Trebuchet MS" pitchFamily="34" charset="0"/>
              </a:rPr>
              <a:t>, click in it and insert a photo from the menu.</a:t>
            </a:r>
          </a:p>
          <a:p>
            <a:pPr defTabSz="3134780"/>
            <a:r>
              <a:rPr lang="en-US" sz="3200" b="1" u="sng" baseline="0" dirty="0">
                <a:latin typeface="Trebuchet MS" pitchFamily="34" charset="0"/>
              </a:rPr>
              <a:t>TABLES: </a:t>
            </a:r>
            <a:r>
              <a:rPr lang="en-US" sz="3200" baseline="0" dirty="0">
                <a:latin typeface="Trebuchet MS" pitchFamily="34" charset="0"/>
              </a:rPr>
              <a:t>You can copy and paste a table from an external document onto this poster template. To adjust  the way the text fits within the cells of a table that has been pasted, </a:t>
            </a:r>
            <a:r>
              <a:rPr lang="en-US" sz="3200" u="sng" baseline="0" dirty="0">
                <a:latin typeface="Trebuchet MS" pitchFamily="34" charset="0"/>
              </a:rPr>
              <a:t>right-click</a:t>
            </a:r>
            <a:r>
              <a:rPr lang="en-US" sz="3200" baseline="0" dirty="0">
                <a:latin typeface="Trebuchet MS" pitchFamily="34" charset="0"/>
              </a:rPr>
              <a:t> on the table, click FORMAT SHAPE  then click on TEXT BOX and change the INTERNAL MARGIN values to 0.25</a:t>
            </a:r>
          </a:p>
          <a:p>
            <a:pPr defTabSz="3134780"/>
            <a:endParaRPr lang="en-US" sz="3200" baseline="0" dirty="0">
              <a:latin typeface="Trebuchet MS" pitchFamily="34" charset="0"/>
            </a:endParaRPr>
          </a:p>
          <a:p>
            <a:pPr defTabSz="3134780"/>
            <a:r>
              <a:rPr lang="en-US" sz="3200" b="1" baseline="0" dirty="0">
                <a:solidFill>
                  <a:srgbClr val="FFFF00"/>
                </a:solidFill>
                <a:latin typeface="Trebuchet MS" pitchFamily="34" charset="0"/>
              </a:rPr>
              <a:t>Modifying the color scheme</a:t>
            </a:r>
          </a:p>
          <a:p>
            <a:pPr defTabSz="3134780"/>
            <a:r>
              <a:rPr lang="en-US" sz="3200" baseline="0" dirty="0">
                <a:latin typeface="Trebuchet MS" pitchFamily="34" charset="0"/>
              </a:rPr>
              <a:t>To change the color scheme of this template go to the “Design” menu and click on “Colors”. You can choose from the provide color combinations or you can create your own.</a:t>
            </a:r>
          </a:p>
          <a:p>
            <a:pPr defTabSz="3134780"/>
            <a:endParaRPr lang="en-US" sz="3200" baseline="0" dirty="0">
              <a:latin typeface="Trebuchet MS" pitchFamily="34" charset="0"/>
            </a:endParaRPr>
          </a:p>
          <a:p>
            <a:pPr defTabSz="3134780"/>
            <a:endParaRPr lang="en-US" sz="3200" baseline="0" dirty="0">
              <a:latin typeface="Trebuchet MS" pitchFamily="34" charset="0"/>
            </a:endParaRPr>
          </a:p>
          <a:p>
            <a:pPr defTabSz="4389219"/>
            <a:endParaRPr lang="en-US" sz="2000" baseline="0" dirty="0">
              <a:latin typeface="Trebuchet MS" pitchFamily="34" charset="0"/>
            </a:endParaRPr>
          </a:p>
          <a:p>
            <a:pPr defTabSz="4389219"/>
            <a:endParaRPr lang="en-US" sz="2000" dirty="0">
              <a:latin typeface="Trebuchet MS" pitchFamily="34" charset="0"/>
            </a:endParaRPr>
          </a:p>
          <a:p>
            <a:pPr algn="ctr"/>
            <a:endParaRPr lang="en-US" sz="2000" b="1" dirty="0">
              <a:solidFill>
                <a:schemeClr val="bg1"/>
              </a:solidFill>
              <a:latin typeface="Trebuchet MS" pitchFamily="34" charset="0"/>
            </a:endParaRPr>
          </a:p>
          <a:p>
            <a:pPr defTabSz="4389219"/>
            <a:endParaRPr lang="en-US" sz="2000" b="1" dirty="0">
              <a:solidFill>
                <a:srgbClr val="FFFF00"/>
              </a:solidFill>
              <a:latin typeface="Trebuchet MS" pitchFamily="34" charset="0"/>
            </a:endParaRPr>
          </a:p>
          <a:p>
            <a:pPr algn="ctr"/>
            <a:endParaRPr lang="en-US" sz="3200" b="1" dirty="0">
              <a:latin typeface="Trebuchet MS" pitchFamily="34" charset="0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-10402388" y="-19596"/>
            <a:ext cx="10050462" cy="329184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72" tIns="365741" rIns="182872" bIns="182872" rtlCol="0" anchor="t" anchorCtr="0"/>
          <a:lstStyle/>
          <a:p>
            <a:pPr algn="ctr"/>
            <a:r>
              <a:rPr lang="en-US" sz="4400" b="1" dirty="0">
                <a:solidFill>
                  <a:schemeClr val="bg1"/>
                </a:solidFill>
                <a:latin typeface="Trebuchet MS" pitchFamily="34" charset="0"/>
              </a:rPr>
              <a:t>QUICK DESIGN</a:t>
            </a:r>
            <a:r>
              <a:rPr lang="en-US" sz="4400" b="1" baseline="0" dirty="0">
                <a:solidFill>
                  <a:schemeClr val="bg1"/>
                </a:solidFill>
                <a:latin typeface="Trebuchet MS" pitchFamily="34" charset="0"/>
              </a:rPr>
              <a:t> </a:t>
            </a:r>
            <a:r>
              <a:rPr lang="en-US" sz="4400" b="1" dirty="0">
                <a:solidFill>
                  <a:schemeClr val="bg1"/>
                </a:solidFill>
                <a:latin typeface="Trebuchet MS" pitchFamily="34" charset="0"/>
              </a:rPr>
              <a:t>GUIDE</a:t>
            </a:r>
          </a:p>
          <a:p>
            <a:pPr algn="ctr"/>
            <a:r>
              <a:rPr lang="en-US" sz="4000" b="1" dirty="0">
                <a:solidFill>
                  <a:srgbClr val="FFFF00"/>
                </a:solidFill>
                <a:latin typeface="Trebuchet MS" pitchFamily="34" charset="0"/>
              </a:rPr>
              <a:t>(--THIS SECTION DOES NOT PRINT--)</a:t>
            </a:r>
          </a:p>
          <a:p>
            <a:pPr algn="ctr"/>
            <a:endParaRPr lang="en-US" sz="3200" b="1" dirty="0">
              <a:latin typeface="Trebuchet MS" pitchFamily="34" charset="0"/>
            </a:endParaRPr>
          </a:p>
          <a:p>
            <a:pPr defTabSz="4389219"/>
            <a:r>
              <a:rPr lang="en-US" sz="3200" dirty="0">
                <a:latin typeface="Trebuchet MS" pitchFamily="34" charset="0"/>
              </a:rPr>
              <a:t>This PowerPoint</a:t>
            </a:r>
            <a:r>
              <a:rPr lang="en-US" sz="3200" baseline="0" dirty="0">
                <a:latin typeface="Trebuchet MS" pitchFamily="34" charset="0"/>
              </a:rPr>
              <a:t> </a:t>
            </a:r>
            <a:r>
              <a:rPr lang="en-US" sz="3200" dirty="0">
                <a:latin typeface="Trebuchet MS" pitchFamily="34" charset="0"/>
              </a:rPr>
              <a:t>2007 template produces</a:t>
            </a:r>
            <a:r>
              <a:rPr lang="en-US" sz="3200" baseline="0" dirty="0">
                <a:latin typeface="Trebuchet MS" pitchFamily="34" charset="0"/>
              </a:rPr>
              <a:t> </a:t>
            </a:r>
            <a:r>
              <a:rPr lang="en-US" sz="3200" dirty="0">
                <a:latin typeface="Trebuchet MS" pitchFamily="34" charset="0"/>
              </a:rPr>
              <a:t>a 36”x48” professional  poster. It</a:t>
            </a:r>
            <a:r>
              <a:rPr lang="en-US" sz="3200" baseline="0" dirty="0">
                <a:latin typeface="Trebuchet MS" pitchFamily="34" charset="0"/>
              </a:rPr>
              <a:t> </a:t>
            </a:r>
            <a:r>
              <a:rPr lang="en-US" sz="3200" dirty="0">
                <a:latin typeface="Trebuchet MS" pitchFamily="34" charset="0"/>
              </a:rPr>
              <a:t>will save you valuable time placing titles, subtitles,</a:t>
            </a:r>
            <a:r>
              <a:rPr lang="en-US" sz="3200" baseline="0" dirty="0">
                <a:latin typeface="Trebuchet MS" pitchFamily="34" charset="0"/>
              </a:rPr>
              <a:t> text, and graphics</a:t>
            </a:r>
            <a:r>
              <a:rPr lang="en-US" sz="3200" dirty="0">
                <a:latin typeface="Trebuchet MS" pitchFamily="34" charset="0"/>
              </a:rPr>
              <a:t>. </a:t>
            </a:r>
          </a:p>
          <a:p>
            <a:pPr defTabSz="4389219"/>
            <a:endParaRPr lang="en-US" sz="3200" dirty="0">
              <a:latin typeface="Trebuchet MS" pitchFamily="34" charset="0"/>
            </a:endParaRPr>
          </a:p>
          <a:p>
            <a:pPr defTabSz="4389219"/>
            <a:r>
              <a:rPr lang="en-US" sz="3200" dirty="0">
                <a:latin typeface="Trebuchet MS" pitchFamily="34" charset="0"/>
              </a:rPr>
              <a:t>Use it to create your presentation. Then send</a:t>
            </a:r>
            <a:r>
              <a:rPr lang="en-US" sz="3200" baseline="0" dirty="0">
                <a:latin typeface="Trebuchet MS" pitchFamily="34" charset="0"/>
              </a:rPr>
              <a:t> it </a:t>
            </a:r>
            <a:r>
              <a:rPr lang="en-US" sz="3200" dirty="0">
                <a:latin typeface="Trebuchet MS" pitchFamily="34" charset="0"/>
              </a:rPr>
              <a:t>to </a:t>
            </a:r>
            <a:r>
              <a:rPr lang="en-US" sz="3200" b="1" dirty="0">
                <a:latin typeface="Trebuchet MS" pitchFamily="34" charset="0"/>
              </a:rPr>
              <a:t>PosterPresentations.com</a:t>
            </a:r>
            <a:r>
              <a:rPr lang="en-US" sz="3200" dirty="0">
                <a:latin typeface="Trebuchet MS" pitchFamily="34" charset="0"/>
              </a:rPr>
              <a:t> for premium quality, same day affordable printing.</a:t>
            </a:r>
            <a:br>
              <a:rPr lang="en-US" sz="3200" dirty="0">
                <a:latin typeface="Trebuchet MS" pitchFamily="34" charset="0"/>
              </a:rPr>
            </a:br>
            <a:endParaRPr lang="en-US" sz="3200" dirty="0">
              <a:latin typeface="Trebuchet MS" pitchFamily="34" charset="0"/>
            </a:endParaRPr>
          </a:p>
          <a:p>
            <a:pPr defTabSz="4389219"/>
            <a:r>
              <a:rPr lang="en-US" sz="3200" dirty="0">
                <a:latin typeface="Trebuchet MS" pitchFamily="34" charset="0"/>
              </a:rPr>
              <a:t>We provide a series of </a:t>
            </a:r>
            <a:r>
              <a:rPr lang="en-US" sz="3200" b="1" dirty="0">
                <a:latin typeface="Trebuchet MS" pitchFamily="34" charset="0"/>
              </a:rPr>
              <a:t>online tutorials</a:t>
            </a:r>
            <a:r>
              <a:rPr lang="en-US" sz="3200" dirty="0">
                <a:latin typeface="Trebuchet MS" pitchFamily="34" charset="0"/>
              </a:rPr>
              <a:t> that will guide you through the poster design process and answer your poster production questions. </a:t>
            </a:r>
          </a:p>
          <a:p>
            <a:pPr defTabSz="4389219"/>
            <a:endParaRPr lang="en-US" sz="3200" dirty="0">
              <a:latin typeface="Trebuchet MS" pitchFamily="34" charset="0"/>
            </a:endParaRPr>
          </a:p>
          <a:p>
            <a:pPr defTabSz="4389219"/>
            <a:r>
              <a:rPr lang="en-US" sz="3200" dirty="0">
                <a:latin typeface="Trebuchet MS" pitchFamily="34" charset="0"/>
              </a:rPr>
              <a:t>View our online</a:t>
            </a:r>
            <a:r>
              <a:rPr lang="en-US" sz="3200" baseline="0" dirty="0">
                <a:latin typeface="Trebuchet MS" pitchFamily="34" charset="0"/>
              </a:rPr>
              <a:t> tutorials at:</a:t>
            </a:r>
            <a:br>
              <a:rPr lang="en-US" sz="3200" dirty="0">
                <a:latin typeface="Trebuchet MS" pitchFamily="34" charset="0"/>
              </a:rPr>
            </a:br>
            <a:r>
              <a:rPr lang="en-US" sz="3200" dirty="0">
                <a:solidFill>
                  <a:srgbClr val="FFFF00"/>
                </a:solidFill>
                <a:latin typeface="Trebuchet MS" pitchFamily="34" charset="0"/>
              </a:rPr>
              <a:t> http://bit.ly/Poster_creation_help </a:t>
            </a:r>
            <a:br>
              <a:rPr lang="en-US" sz="3200" dirty="0">
                <a:latin typeface="Trebuchet MS" pitchFamily="34" charset="0"/>
              </a:rPr>
            </a:br>
            <a:r>
              <a:rPr lang="en-US" sz="3200" dirty="0">
                <a:latin typeface="Trebuchet MS" pitchFamily="34" charset="0"/>
              </a:rPr>
              <a:t>(copy</a:t>
            </a:r>
            <a:r>
              <a:rPr lang="en-US" sz="3200" baseline="0" dirty="0">
                <a:latin typeface="Trebuchet MS" pitchFamily="34" charset="0"/>
              </a:rPr>
              <a:t> and paste the link into your web browser).</a:t>
            </a:r>
          </a:p>
          <a:p>
            <a:pPr defTabSz="4389219"/>
            <a:endParaRPr lang="en-US" sz="3200" dirty="0">
              <a:latin typeface="Trebuchet MS" pitchFamily="34" charset="0"/>
            </a:endParaRPr>
          </a:p>
          <a:p>
            <a:pPr defTabSz="4389219"/>
            <a:r>
              <a:rPr lang="en-US" sz="3200" dirty="0">
                <a:latin typeface="Trebuchet MS" pitchFamily="34" charset="0"/>
              </a:rPr>
              <a:t>For assistance and to order your printed poster</a:t>
            </a:r>
            <a:r>
              <a:rPr lang="en-US" sz="3200" dirty="0">
                <a:solidFill>
                  <a:schemeClr val="bg1"/>
                </a:solidFill>
                <a:latin typeface="Trebuchet MS" pitchFamily="34" charset="0"/>
              </a:rPr>
              <a:t> call </a:t>
            </a:r>
            <a:r>
              <a:rPr lang="en-US" sz="3200" b="1" dirty="0">
                <a:solidFill>
                  <a:srgbClr val="FFFF00"/>
                </a:solidFill>
                <a:latin typeface="Trebuchet MS" pitchFamily="34" charset="0"/>
              </a:rPr>
              <a:t>PosterPresentations.com</a:t>
            </a:r>
            <a:r>
              <a:rPr lang="en-US" sz="3200" dirty="0">
                <a:solidFill>
                  <a:srgbClr val="FFFF00"/>
                </a:solidFill>
                <a:latin typeface="Trebuchet MS" pitchFamily="34" charset="0"/>
              </a:rPr>
              <a:t> </a:t>
            </a:r>
            <a:r>
              <a:rPr lang="en-US" sz="3200" dirty="0">
                <a:latin typeface="Trebuchet MS" pitchFamily="34" charset="0"/>
              </a:rPr>
              <a:t>at </a:t>
            </a:r>
            <a:r>
              <a:rPr lang="en-US" sz="4000" b="1" dirty="0">
                <a:solidFill>
                  <a:srgbClr val="FFFF00"/>
                </a:solidFill>
                <a:latin typeface="Trebuchet MS" pitchFamily="34" charset="0"/>
              </a:rPr>
              <a:t>1.866.649.3004</a:t>
            </a:r>
          </a:p>
          <a:p>
            <a:pPr defTabSz="4389219"/>
            <a:endParaRPr lang="en-US" sz="4000" b="1" dirty="0">
              <a:solidFill>
                <a:srgbClr val="FFFF00"/>
              </a:solidFill>
              <a:latin typeface="Trebuchet MS" pitchFamily="34" charset="0"/>
            </a:endParaRPr>
          </a:p>
          <a:p>
            <a:pPr defTabSz="4389219"/>
            <a:endParaRPr lang="en-US" sz="4000" b="1" dirty="0">
              <a:solidFill>
                <a:srgbClr val="FFFF00"/>
              </a:solidFill>
              <a:latin typeface="Trebuchet MS" pitchFamily="34" charset="0"/>
            </a:endParaRPr>
          </a:p>
          <a:p>
            <a:pPr algn="ctr"/>
            <a:r>
              <a:rPr lang="en-US" sz="4400" b="1" dirty="0">
                <a:solidFill>
                  <a:schemeClr val="bg1"/>
                </a:solidFill>
                <a:latin typeface="Trebuchet MS" pitchFamily="34" charset="0"/>
              </a:rPr>
              <a:t>Object Placeholders</a:t>
            </a:r>
          </a:p>
          <a:p>
            <a:pPr algn="ctr"/>
            <a:endParaRPr lang="en-US" sz="4400" b="1" dirty="0">
              <a:solidFill>
                <a:schemeClr val="bg1"/>
              </a:solidFill>
              <a:latin typeface="Trebuchet MS" pitchFamily="34" charset="0"/>
            </a:endParaRPr>
          </a:p>
          <a:p>
            <a:pPr defTabSz="4389219"/>
            <a:r>
              <a:rPr lang="en-US" sz="3200" dirty="0">
                <a:latin typeface="Trebuchet MS" pitchFamily="34" charset="0"/>
              </a:rPr>
              <a:t>Use the placeholders provided below to add new elements to your poster:</a:t>
            </a:r>
            <a:r>
              <a:rPr lang="en-US" sz="3200" baseline="0" dirty="0">
                <a:latin typeface="Trebuchet MS" pitchFamily="34" charset="0"/>
              </a:rPr>
              <a:t> </a:t>
            </a:r>
            <a:r>
              <a:rPr lang="en-US" sz="3200" dirty="0">
                <a:latin typeface="Trebuchet MS" pitchFamily="34" charset="0"/>
              </a:rPr>
              <a:t>Drag a placeholder onto the</a:t>
            </a:r>
            <a:r>
              <a:rPr lang="en-US" sz="3200" baseline="0" dirty="0">
                <a:latin typeface="Trebuchet MS" pitchFamily="34" charset="0"/>
              </a:rPr>
              <a:t> poster area,</a:t>
            </a:r>
            <a:r>
              <a:rPr lang="en-US" sz="3200" dirty="0">
                <a:latin typeface="Trebuchet MS" pitchFamily="34" charset="0"/>
              </a:rPr>
              <a:t> size it, and click it to edit.</a:t>
            </a:r>
          </a:p>
          <a:p>
            <a:pPr defTabSz="4389219"/>
            <a:endParaRPr lang="en-US" sz="3200" dirty="0">
              <a:latin typeface="Trebuchet MS" pitchFamily="34" charset="0"/>
            </a:endParaRPr>
          </a:p>
          <a:p>
            <a:pPr defTabSz="4389219"/>
            <a:r>
              <a:rPr lang="en-US" sz="3200" b="1" dirty="0">
                <a:solidFill>
                  <a:srgbClr val="FFFF00"/>
                </a:solidFill>
                <a:latin typeface="Trebuchet MS" pitchFamily="34" charset="0"/>
              </a:rPr>
              <a:t>Section Header placeholder</a:t>
            </a:r>
          </a:p>
          <a:p>
            <a:pPr defTabSz="4389219"/>
            <a:r>
              <a:rPr lang="en-US" sz="3200" dirty="0">
                <a:latin typeface="Trebuchet MS" pitchFamily="34" charset="0"/>
              </a:rPr>
              <a:t>Move</a:t>
            </a:r>
            <a:r>
              <a:rPr lang="en-US" sz="3200" baseline="0" dirty="0">
                <a:latin typeface="Trebuchet MS" pitchFamily="34" charset="0"/>
              </a:rPr>
              <a:t> this preformatted section header placeholder to the poster area to add another section header. Use section headers to separate topics or concepts within your presentation. </a:t>
            </a:r>
          </a:p>
          <a:p>
            <a:pPr defTabSz="4389219"/>
            <a:endParaRPr lang="en-US" sz="3200" baseline="0" dirty="0">
              <a:latin typeface="Trebuchet MS" pitchFamily="34" charset="0"/>
            </a:endParaRPr>
          </a:p>
          <a:p>
            <a:pPr defTabSz="4389219"/>
            <a:endParaRPr lang="en-US" sz="3200" dirty="0">
              <a:latin typeface="Trebuchet MS" pitchFamily="34" charset="0"/>
            </a:endParaRPr>
          </a:p>
          <a:p>
            <a:pPr defTabSz="4389219"/>
            <a:endParaRPr lang="en-US" sz="3200" b="1" dirty="0">
              <a:solidFill>
                <a:srgbClr val="FFFF00"/>
              </a:solidFill>
              <a:latin typeface="Trebuchet MS" pitchFamily="34" charset="0"/>
            </a:endParaRPr>
          </a:p>
          <a:p>
            <a:pPr defTabSz="4389219"/>
            <a:r>
              <a:rPr lang="en-US" sz="3200" b="1" dirty="0">
                <a:solidFill>
                  <a:srgbClr val="FFFF00"/>
                </a:solidFill>
                <a:latin typeface="Trebuchet MS" pitchFamily="34" charset="0"/>
              </a:rPr>
              <a:t>Text placeholder</a:t>
            </a:r>
          </a:p>
          <a:p>
            <a:pPr defTabSz="4389219"/>
            <a:r>
              <a:rPr lang="en-US" sz="3200" baseline="0" dirty="0">
                <a:latin typeface="Trebuchet MS" pitchFamily="34" charset="0"/>
              </a:rPr>
              <a:t>Move this preformatted text placeholder to the poster to add a new body of text.</a:t>
            </a:r>
          </a:p>
          <a:p>
            <a:pPr defTabSz="4389219"/>
            <a:endParaRPr lang="en-US" sz="3200" baseline="0" dirty="0">
              <a:latin typeface="Trebuchet MS" pitchFamily="34" charset="0"/>
            </a:endParaRPr>
          </a:p>
          <a:p>
            <a:pPr defTabSz="4389219"/>
            <a:endParaRPr lang="en-US" sz="3200" baseline="0" dirty="0">
              <a:latin typeface="Trebuchet MS" pitchFamily="34" charset="0"/>
            </a:endParaRPr>
          </a:p>
          <a:p>
            <a:pPr defTabSz="4389219"/>
            <a:endParaRPr lang="en-US" sz="3200" baseline="0" dirty="0">
              <a:latin typeface="Trebuchet MS" pitchFamily="34" charset="0"/>
            </a:endParaRPr>
          </a:p>
          <a:p>
            <a:pPr defTabSz="4389219"/>
            <a:endParaRPr lang="en-US" sz="3200" b="1" baseline="0" dirty="0">
              <a:solidFill>
                <a:srgbClr val="FFFF00"/>
              </a:solidFill>
              <a:latin typeface="Trebuchet MS" pitchFamily="34" charset="0"/>
            </a:endParaRPr>
          </a:p>
          <a:p>
            <a:pPr defTabSz="4389219"/>
            <a:r>
              <a:rPr lang="en-US" sz="3200" b="1" baseline="0" dirty="0">
                <a:solidFill>
                  <a:srgbClr val="FFFF00"/>
                </a:solidFill>
                <a:latin typeface="Trebuchet MS" pitchFamily="34" charset="0"/>
              </a:rPr>
              <a:t>Picture placeholder</a:t>
            </a:r>
          </a:p>
          <a:p>
            <a:pPr defTabSz="4389219"/>
            <a:r>
              <a:rPr lang="en-US" sz="3200" baseline="0" dirty="0">
                <a:latin typeface="Trebuchet MS" pitchFamily="34" charset="0"/>
              </a:rPr>
              <a:t>Move this graphic placeholder onto your poster, size it first, and then click it to add a picture to the poster.</a:t>
            </a:r>
          </a:p>
          <a:p>
            <a:pPr defTabSz="4389219"/>
            <a:endParaRPr lang="en-US" sz="3200" baseline="0" dirty="0">
              <a:latin typeface="Trebuchet MS" pitchFamily="34" charset="0"/>
            </a:endParaRPr>
          </a:p>
          <a:p>
            <a:pPr defTabSz="4389219"/>
            <a:endParaRPr lang="en-US" sz="3200" baseline="0" dirty="0">
              <a:latin typeface="Trebuchet MS" pitchFamily="34" charset="0"/>
            </a:endParaRPr>
          </a:p>
          <a:p>
            <a:pPr defTabSz="4389219"/>
            <a:endParaRPr lang="en-US" sz="3200" baseline="0" dirty="0">
              <a:latin typeface="Trebuchet MS" pitchFamily="34" charset="0"/>
            </a:endParaRPr>
          </a:p>
          <a:p>
            <a:pPr algn="ctr"/>
            <a:endParaRPr lang="en-US" sz="4400" b="1" dirty="0">
              <a:solidFill>
                <a:schemeClr val="bg1"/>
              </a:solidFill>
              <a:latin typeface="Trebuchet MS" pitchFamily="34" charset="0"/>
            </a:endParaRPr>
          </a:p>
          <a:p>
            <a:pPr algn="ctr"/>
            <a:endParaRPr lang="en-US" sz="4400" b="1" dirty="0">
              <a:solidFill>
                <a:schemeClr val="bg1"/>
              </a:solidFill>
              <a:latin typeface="Trebuchet MS" pitchFamily="34" charset="0"/>
            </a:endParaRPr>
          </a:p>
          <a:p>
            <a:pPr algn="ctr"/>
            <a:endParaRPr lang="en-US" sz="4400" b="1" dirty="0">
              <a:solidFill>
                <a:schemeClr val="bg1"/>
              </a:solidFill>
              <a:latin typeface="Trebuchet MS" pitchFamily="34" charset="0"/>
            </a:endParaRPr>
          </a:p>
          <a:p>
            <a:pPr algn="ctr"/>
            <a:endParaRPr lang="en-US" sz="4400" b="1" dirty="0">
              <a:solidFill>
                <a:schemeClr val="bg1"/>
              </a:solidFill>
              <a:latin typeface="Trebuchet MS" pitchFamily="34" charset="0"/>
            </a:endParaRPr>
          </a:p>
          <a:p>
            <a:pPr defTabSz="4389219"/>
            <a:endParaRPr lang="en-US" sz="3200" dirty="0">
              <a:latin typeface="Trebuchet MS" pitchFamily="34" charset="0"/>
            </a:endParaRPr>
          </a:p>
          <a:p>
            <a:pPr algn="ctr"/>
            <a:endParaRPr lang="en-US" sz="3200" b="1" dirty="0">
              <a:solidFill>
                <a:schemeClr val="bg1"/>
              </a:solidFill>
              <a:latin typeface="Trebuchet MS" pitchFamily="34" charset="0"/>
            </a:endParaRPr>
          </a:p>
          <a:p>
            <a:pPr defTabSz="4389219"/>
            <a:endParaRPr lang="en-US" sz="3200" b="1" dirty="0">
              <a:solidFill>
                <a:srgbClr val="FFFF00"/>
              </a:solidFill>
              <a:latin typeface="Trebuchet MS" pitchFamily="34" charset="0"/>
            </a:endParaRPr>
          </a:p>
          <a:p>
            <a:pPr algn="ctr"/>
            <a:endParaRPr lang="en-US" sz="4400" b="1" dirty="0">
              <a:latin typeface="Trebuchet MS" pitchFamily="34" charset="0"/>
            </a:endParaRPr>
          </a:p>
        </p:txBody>
      </p:sp>
      <p:sp>
        <p:nvSpPr>
          <p:cNvPr id="7" name="Rectangle 36"/>
          <p:cNvSpPr>
            <a:spLocks noChangeArrowheads="1"/>
          </p:cNvSpPr>
          <p:nvPr/>
        </p:nvSpPr>
        <p:spPr bwMode="auto">
          <a:xfrm>
            <a:off x="0" y="0"/>
            <a:ext cx="43891200" cy="48006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1436" tIns="45717" rIns="91436" bIns="45717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9" name="Rectangle 9"/>
          <p:cNvSpPr>
            <a:spLocks noChangeArrowheads="1"/>
          </p:cNvSpPr>
          <p:nvPr/>
        </p:nvSpPr>
        <p:spPr bwMode="auto">
          <a:xfrm>
            <a:off x="0" y="4805363"/>
            <a:ext cx="43891200" cy="152400"/>
          </a:xfrm>
          <a:prstGeom prst="rect">
            <a:avLst/>
          </a:prstGeom>
          <a:solidFill>
            <a:schemeClr val="accent5">
              <a:lumMod val="50000"/>
            </a:schemeClr>
          </a:solidFill>
          <a:ln w="152400">
            <a:noFill/>
            <a:miter lim="800000"/>
            <a:headEnd/>
            <a:tailEnd/>
          </a:ln>
          <a:effectLst/>
        </p:spPr>
        <p:txBody>
          <a:bodyPr wrap="none" lIns="91436" tIns="45717" rIns="91436" bIns="45717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0" name="Text Box 14"/>
          <p:cNvSpPr txBox="1">
            <a:spLocks noChangeArrowheads="1"/>
          </p:cNvSpPr>
          <p:nvPr/>
        </p:nvSpPr>
        <p:spPr bwMode="auto">
          <a:xfrm>
            <a:off x="819153" y="32232601"/>
            <a:ext cx="2514600" cy="3368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263" tIns="45623" rIns="91263" bIns="45623">
            <a:spAutoFit/>
          </a:bodyPr>
          <a:lstStyle/>
          <a:p>
            <a:pPr eaLnBrk="0" hangingPunct="0">
              <a:lnSpc>
                <a:spcPct val="65000"/>
              </a:lnSpc>
              <a:spcBef>
                <a:spcPct val="50000"/>
              </a:spcBef>
              <a:defRPr/>
            </a:pPr>
            <a:r>
              <a:rPr lang="en-US" sz="500" b="1" dirty="0">
                <a:solidFill>
                  <a:schemeClr val="bg1">
                    <a:lumMod val="75000"/>
                  </a:schemeClr>
                </a:solidFill>
                <a:latin typeface="Arial" charset="0"/>
              </a:rPr>
              <a:t>RESEARCH POSTER PRESENTATION DESIGN © 2011</a:t>
            </a:r>
          </a:p>
          <a:p>
            <a:pPr eaLnBrk="0" hangingPunct="0">
              <a:lnSpc>
                <a:spcPct val="65000"/>
              </a:lnSpc>
              <a:spcBef>
                <a:spcPct val="50000"/>
              </a:spcBef>
              <a:defRPr/>
            </a:pPr>
            <a:r>
              <a:rPr lang="en-US" sz="1100" b="1" dirty="0">
                <a:solidFill>
                  <a:schemeClr val="bg1">
                    <a:lumMod val="75000"/>
                  </a:schemeClr>
                </a:solidFill>
                <a:latin typeface="Arial" charset="0"/>
              </a:rPr>
              <a:t>www.PosterPresentations.com</a:t>
            </a:r>
          </a:p>
        </p:txBody>
      </p:sp>
      <p:sp>
        <p:nvSpPr>
          <p:cNvPr id="15" name="Rectangle 35"/>
          <p:cNvSpPr>
            <a:spLocks noChangeArrowheads="1"/>
          </p:cNvSpPr>
          <p:nvPr/>
        </p:nvSpPr>
        <p:spPr bwMode="auto">
          <a:xfrm>
            <a:off x="32918400" y="5257800"/>
            <a:ext cx="10058400" cy="267462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lIns="91436" tIns="45717" rIns="91436" bIns="45717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6" name="Rectangle 33"/>
          <p:cNvSpPr>
            <a:spLocks noChangeArrowheads="1"/>
          </p:cNvSpPr>
          <p:nvPr/>
        </p:nvSpPr>
        <p:spPr bwMode="auto">
          <a:xfrm>
            <a:off x="11582400" y="5257800"/>
            <a:ext cx="10058400" cy="267462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lIns="91436" tIns="45717" rIns="91436" bIns="45717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7" name="Rectangle 33"/>
          <p:cNvSpPr>
            <a:spLocks noChangeArrowheads="1"/>
          </p:cNvSpPr>
          <p:nvPr/>
        </p:nvSpPr>
        <p:spPr bwMode="auto">
          <a:xfrm>
            <a:off x="22250400" y="5257800"/>
            <a:ext cx="10058400" cy="267462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lIns="91436" tIns="45717" rIns="91436" bIns="45717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5" name="Rectangle 33"/>
          <p:cNvSpPr>
            <a:spLocks noChangeArrowheads="1"/>
          </p:cNvSpPr>
          <p:nvPr/>
        </p:nvSpPr>
        <p:spPr bwMode="auto">
          <a:xfrm>
            <a:off x="922338" y="5257800"/>
            <a:ext cx="10058400" cy="267462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lIns="91436" tIns="45717" rIns="91436" bIns="45717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34" name="Rectangle 33"/>
          <p:cNvSpPr/>
          <p:nvPr/>
        </p:nvSpPr>
        <p:spPr>
          <a:xfrm>
            <a:off x="-10370486" y="21297014"/>
            <a:ext cx="10018560" cy="7772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7" rIns="91436" bIns="45717" rtlCol="0" anchor="ctr"/>
          <a:lstStyle/>
          <a:p>
            <a:pPr algn="ctr"/>
            <a:endParaRPr lang="en-US" dirty="0"/>
          </a:p>
        </p:txBody>
      </p:sp>
      <p:pic>
        <p:nvPicPr>
          <p:cNvPr id="3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098247" y="15525143"/>
            <a:ext cx="4741366" cy="30581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2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7342926" y="13118821"/>
            <a:ext cx="590550" cy="4381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sp>
        <p:nvSpPr>
          <p:cNvPr id="44" name="TextBox 43"/>
          <p:cNvSpPr txBox="1"/>
          <p:nvPr/>
        </p:nvSpPr>
        <p:spPr>
          <a:xfrm>
            <a:off x="44487740" y="30588807"/>
            <a:ext cx="9160286" cy="2185208"/>
          </a:xfrm>
          <a:prstGeom prst="rect">
            <a:avLst/>
          </a:prstGeom>
          <a:noFill/>
        </p:spPr>
        <p:txBody>
          <a:bodyPr wrap="square" lIns="91436" tIns="45717" rIns="91436" bIns="45717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© 2011 PosterPresentations.com</a:t>
            </a:r>
            <a:br>
              <a:rPr lang="en-US" sz="3600" dirty="0">
                <a:solidFill>
                  <a:schemeClr val="bg1"/>
                </a:solidFill>
              </a:rPr>
            </a:br>
            <a:r>
              <a:rPr lang="en-US" sz="3600" dirty="0">
                <a:solidFill>
                  <a:schemeClr val="bg1"/>
                </a:solidFill>
              </a:rPr>
              <a:t>    </a:t>
            </a:r>
            <a:r>
              <a:rPr lang="en-US" sz="3200" dirty="0">
                <a:solidFill>
                  <a:schemeClr val="bg1"/>
                </a:solidFill>
              </a:rPr>
              <a:t>2117 Fourth Street ,</a:t>
            </a:r>
            <a:r>
              <a:rPr lang="en-US" sz="3200" baseline="0" dirty="0">
                <a:solidFill>
                  <a:schemeClr val="bg1"/>
                </a:solidFill>
              </a:rPr>
              <a:t> Unit C</a:t>
            </a:r>
            <a:br>
              <a:rPr lang="en-US" sz="3200" baseline="0" dirty="0">
                <a:solidFill>
                  <a:schemeClr val="bg1"/>
                </a:solidFill>
              </a:rPr>
            </a:br>
            <a:r>
              <a:rPr lang="en-US" sz="3200" baseline="0" dirty="0">
                <a:solidFill>
                  <a:schemeClr val="bg1"/>
                </a:solidFill>
              </a:rPr>
              <a:t>    Berkeley CA 94710</a:t>
            </a:r>
            <a:br>
              <a:rPr lang="en-US" sz="3200" baseline="0" dirty="0">
                <a:solidFill>
                  <a:schemeClr val="bg1"/>
                </a:solidFill>
              </a:rPr>
            </a:br>
            <a:r>
              <a:rPr lang="en-US" sz="3200" baseline="0" dirty="0">
                <a:solidFill>
                  <a:schemeClr val="bg1"/>
                </a:solidFill>
              </a:rPr>
              <a:t>    </a:t>
            </a:r>
            <a:r>
              <a:rPr lang="en-US" sz="3200" b="1" baseline="0" dirty="0">
                <a:solidFill>
                  <a:srgbClr val="FFFF00"/>
                </a:solidFill>
              </a:rPr>
              <a:t>posterpresenter@gmail.com</a:t>
            </a:r>
            <a:endParaRPr lang="en-US" sz="3600" b="1" dirty="0">
              <a:solidFill>
                <a:srgbClr val="FFFF00"/>
              </a:solidFill>
            </a:endParaRPr>
          </a:p>
        </p:txBody>
      </p:sp>
      <p:grpSp>
        <p:nvGrpSpPr>
          <p:cNvPr id="40" name="Group 39"/>
          <p:cNvGrpSpPr/>
          <p:nvPr/>
        </p:nvGrpSpPr>
        <p:grpSpPr>
          <a:xfrm>
            <a:off x="-10239857" y="31696514"/>
            <a:ext cx="9771398" cy="1090621"/>
            <a:chOff x="44242388" y="28054064"/>
            <a:chExt cx="9771398" cy="1090621"/>
          </a:xfrm>
        </p:grpSpPr>
        <p:sp>
          <p:nvSpPr>
            <p:cNvPr id="35" name="Rounded Rectangle 34"/>
            <p:cNvSpPr/>
            <p:nvPr userDrawn="1"/>
          </p:nvSpPr>
          <p:spPr>
            <a:xfrm>
              <a:off x="44242388" y="28054064"/>
              <a:ext cx="9771397" cy="1090621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7" name="Picture 7" descr="http://t2.gstatic.com/images?q=tbn:ANd9GcR4APHC6TT9w54M2zn_pvCiBxUNcspYPoVxirLRphBoJabfSvu7zw">
              <a:hlinkClick r:id="rId5"/>
            </p:cNvPr>
            <p:cNvPicPr>
              <a:picLocks noChangeAspect="1" noChangeArrowheads="1"/>
            </p:cNvPicPr>
            <p:nvPr userDrawn="1"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44341112" y="28126635"/>
              <a:ext cx="914400" cy="914400"/>
            </a:xfrm>
            <a:prstGeom prst="rect">
              <a:avLst/>
            </a:prstGeom>
            <a:noFill/>
          </p:spPr>
        </p:pic>
        <p:sp>
          <p:nvSpPr>
            <p:cNvPr id="33" name="TextBox 32"/>
            <p:cNvSpPr txBox="1"/>
            <p:nvPr userDrawn="1"/>
          </p:nvSpPr>
          <p:spPr>
            <a:xfrm>
              <a:off x="45342598" y="28154090"/>
              <a:ext cx="8671188" cy="8925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600" dirty="0">
                  <a:solidFill>
                    <a:schemeClr val="tx2"/>
                  </a:solidFill>
                  <a:latin typeface="Trebuchet MS" pitchFamily="34" charset="0"/>
                </a:rPr>
                <a:t>Student</a:t>
              </a:r>
              <a:r>
                <a:rPr lang="en-US" sz="2600" baseline="0" dirty="0">
                  <a:solidFill>
                    <a:schemeClr val="tx2"/>
                  </a:solidFill>
                  <a:latin typeface="Trebuchet MS" pitchFamily="34" charset="0"/>
                </a:rPr>
                <a:t> discounts are available on our </a:t>
              </a:r>
              <a:r>
                <a:rPr lang="en-US" sz="2600" baseline="0" dirty="0" err="1">
                  <a:solidFill>
                    <a:schemeClr val="tx2"/>
                  </a:solidFill>
                  <a:latin typeface="Trebuchet MS" pitchFamily="34" charset="0"/>
                </a:rPr>
                <a:t>Facebook</a:t>
              </a:r>
              <a:r>
                <a:rPr lang="en-US" sz="2600" baseline="0" dirty="0">
                  <a:solidFill>
                    <a:schemeClr val="tx2"/>
                  </a:solidFill>
                  <a:latin typeface="Trebuchet MS" pitchFamily="34" charset="0"/>
                </a:rPr>
                <a:t> page.</a:t>
              </a:r>
              <a:br>
                <a:rPr lang="en-US" sz="2600" baseline="0" dirty="0">
                  <a:solidFill>
                    <a:schemeClr val="tx2"/>
                  </a:solidFill>
                  <a:latin typeface="Trebuchet MS" pitchFamily="34" charset="0"/>
                </a:rPr>
              </a:br>
              <a:r>
                <a:rPr lang="en-US" sz="2600" baseline="0" dirty="0">
                  <a:solidFill>
                    <a:schemeClr val="tx2"/>
                  </a:solidFill>
                  <a:latin typeface="Trebuchet MS" pitchFamily="34" charset="0"/>
                </a:rPr>
                <a:t>Go to </a:t>
              </a:r>
              <a:r>
                <a:rPr lang="en-US" sz="2600" u="sng" baseline="0" dirty="0">
                  <a:solidFill>
                    <a:schemeClr val="tx2"/>
                  </a:solidFill>
                  <a:latin typeface="Trebuchet MS" pitchFamily="34" charset="0"/>
                </a:rPr>
                <a:t>PosterPresentations.com</a:t>
              </a:r>
              <a:r>
                <a:rPr lang="en-US" sz="2600" baseline="0" dirty="0">
                  <a:solidFill>
                    <a:schemeClr val="tx2"/>
                  </a:solidFill>
                  <a:latin typeface="Trebuchet MS" pitchFamily="34" charset="0"/>
                </a:rPr>
                <a:t> and click on the FB icon. </a:t>
              </a:r>
              <a:endParaRPr lang="en-US" sz="2600" dirty="0">
                <a:solidFill>
                  <a:schemeClr val="tx2"/>
                </a:solidFill>
                <a:latin typeface="Trebuchet MS" pitchFamily="34" charset="0"/>
              </a:endParaRPr>
            </a:p>
          </p:txBody>
        </p:sp>
      </p:grpSp>
      <p:cxnSp>
        <p:nvCxnSpPr>
          <p:cNvPr id="43" name="Straight Connector 42"/>
          <p:cNvCxnSpPr/>
          <p:nvPr/>
        </p:nvCxnSpPr>
        <p:spPr>
          <a:xfrm>
            <a:off x="44222126" y="30500133"/>
            <a:ext cx="10050462" cy="158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-10370486" y="11582400"/>
            <a:ext cx="10018560" cy="1607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>
            <a:off x="44254028" y="4841856"/>
            <a:ext cx="10018560" cy="1607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</p:sldLayoutIdLst>
  <p:txStyles>
    <p:titleStyle>
      <a:lvl1pPr algn="ctr" defTabSz="4388900" rtl="0" eaLnBrk="1" latinLnBrk="0" hangingPunct="1">
        <a:spcBef>
          <a:spcPct val="0"/>
        </a:spcBef>
        <a:buNone/>
        <a:defRPr sz="8800" kern="1200">
          <a:solidFill>
            <a:schemeClr val="bg1"/>
          </a:solidFill>
          <a:latin typeface="Trebuchet MS" pitchFamily="34" charset="0"/>
          <a:ea typeface="+mj-ea"/>
          <a:cs typeface="+mj-cs"/>
        </a:defRPr>
      </a:lvl1pPr>
    </p:titleStyle>
    <p:bodyStyle>
      <a:lvl1pPr marL="1645838" indent="-1645838" algn="l" defTabSz="4388900" rtl="0" eaLnBrk="1" latinLnBrk="0" hangingPunct="1">
        <a:spcBef>
          <a:spcPct val="20000"/>
        </a:spcBef>
        <a:buFont typeface="Arial" pitchFamily="34" charset="0"/>
        <a:buChar char="•"/>
        <a:defRPr sz="15400" kern="1200">
          <a:solidFill>
            <a:schemeClr val="tx1"/>
          </a:solidFill>
          <a:latin typeface="+mn-lt"/>
          <a:ea typeface="+mn-ea"/>
          <a:cs typeface="+mn-cs"/>
        </a:defRPr>
      </a:lvl1pPr>
      <a:lvl2pPr marL="3565982" indent="-1371531" algn="l" defTabSz="4388900" rtl="0" eaLnBrk="1" latinLnBrk="0" hangingPunct="1">
        <a:spcBef>
          <a:spcPct val="20000"/>
        </a:spcBef>
        <a:buFont typeface="Arial" pitchFamily="34" charset="0"/>
        <a:buChar char="–"/>
        <a:defRPr sz="13500" kern="1200">
          <a:solidFill>
            <a:schemeClr val="tx1"/>
          </a:solidFill>
          <a:latin typeface="+mn-lt"/>
          <a:ea typeface="+mn-ea"/>
          <a:cs typeface="+mn-cs"/>
        </a:defRPr>
      </a:lvl2pPr>
      <a:lvl3pPr marL="5486126" indent="-1097226" algn="l" defTabSz="4388900" rtl="0" eaLnBrk="1" latinLnBrk="0" hangingPunct="1">
        <a:spcBef>
          <a:spcPct val="20000"/>
        </a:spcBef>
        <a:buFont typeface="Arial" pitchFamily="34" charset="0"/>
        <a:buChar char="•"/>
        <a:defRPr sz="11600" kern="1200">
          <a:solidFill>
            <a:schemeClr val="tx1"/>
          </a:solidFill>
          <a:latin typeface="+mn-lt"/>
          <a:ea typeface="+mn-ea"/>
          <a:cs typeface="+mn-cs"/>
        </a:defRPr>
      </a:lvl3pPr>
      <a:lvl4pPr marL="7680577" indent="-1097226" algn="l" defTabSz="4388900" rtl="0" eaLnBrk="1" latinLnBrk="0" hangingPunct="1">
        <a:spcBef>
          <a:spcPct val="20000"/>
        </a:spcBef>
        <a:buFont typeface="Arial" pitchFamily="34" charset="0"/>
        <a:buChar char="–"/>
        <a:defRPr sz="9600" kern="1200">
          <a:solidFill>
            <a:schemeClr val="tx1"/>
          </a:solidFill>
          <a:latin typeface="+mn-lt"/>
          <a:ea typeface="+mn-ea"/>
          <a:cs typeface="+mn-cs"/>
        </a:defRPr>
      </a:lvl4pPr>
      <a:lvl5pPr marL="9875026" indent="-1097226" algn="l" defTabSz="4388900" rtl="0" eaLnBrk="1" latinLnBrk="0" hangingPunct="1">
        <a:spcBef>
          <a:spcPct val="20000"/>
        </a:spcBef>
        <a:buFont typeface="Arial" pitchFamily="34" charset="0"/>
        <a:buChar char="»"/>
        <a:defRPr sz="9600" kern="1200">
          <a:solidFill>
            <a:schemeClr val="tx1"/>
          </a:solidFill>
          <a:latin typeface="+mn-lt"/>
          <a:ea typeface="+mn-ea"/>
          <a:cs typeface="+mn-cs"/>
        </a:defRPr>
      </a:lvl5pPr>
      <a:lvl6pPr marL="12069477" indent="-1097226" algn="l" defTabSz="4388900" rtl="0" eaLnBrk="1" latinLnBrk="0" hangingPunct="1">
        <a:spcBef>
          <a:spcPct val="20000"/>
        </a:spcBef>
        <a:buFont typeface="Arial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6pPr>
      <a:lvl7pPr marL="14263926" indent="-1097226" algn="l" defTabSz="4388900" rtl="0" eaLnBrk="1" latinLnBrk="0" hangingPunct="1">
        <a:spcBef>
          <a:spcPct val="20000"/>
        </a:spcBef>
        <a:buFont typeface="Arial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7pPr>
      <a:lvl8pPr marL="16458377" indent="-1097226" algn="l" defTabSz="4388900" rtl="0" eaLnBrk="1" latinLnBrk="0" hangingPunct="1">
        <a:spcBef>
          <a:spcPct val="20000"/>
        </a:spcBef>
        <a:buFont typeface="Arial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8pPr>
      <a:lvl9pPr marL="18652827" indent="-1097226" algn="l" defTabSz="4388900" rtl="0" eaLnBrk="1" latinLnBrk="0" hangingPunct="1">
        <a:spcBef>
          <a:spcPct val="20000"/>
        </a:spcBef>
        <a:buFont typeface="Arial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38890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1pPr>
      <a:lvl2pPr marL="2194451" algn="l" defTabSz="438890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2pPr>
      <a:lvl3pPr marL="4388900" algn="l" defTabSz="438890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3pPr>
      <a:lvl4pPr marL="6583351" algn="l" defTabSz="438890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4pPr>
      <a:lvl5pPr marL="8777801" algn="l" defTabSz="438890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252" algn="l" defTabSz="438890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6pPr>
      <a:lvl7pPr marL="13166703" algn="l" defTabSz="438890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7pPr>
      <a:lvl8pPr marL="15361152" algn="l" defTabSz="438890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8pPr>
      <a:lvl9pPr marL="17555603" algn="l" defTabSz="438890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6"/>
          <p:cNvSpPr>
            <a:spLocks noChangeArrowheads="1"/>
          </p:cNvSpPr>
          <p:nvPr/>
        </p:nvSpPr>
        <p:spPr bwMode="auto">
          <a:xfrm>
            <a:off x="0" y="0"/>
            <a:ext cx="43891200" cy="48006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1436" tIns="45717" rIns="91436" bIns="45717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8" name="Rectangle 33"/>
          <p:cNvSpPr>
            <a:spLocks noChangeArrowheads="1"/>
          </p:cNvSpPr>
          <p:nvPr/>
        </p:nvSpPr>
        <p:spPr bwMode="auto">
          <a:xfrm>
            <a:off x="914403" y="5257800"/>
            <a:ext cx="13585371" cy="26746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lIns="91436" tIns="45717" rIns="91436" bIns="45717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9" name="Rectangle 9"/>
          <p:cNvSpPr>
            <a:spLocks noChangeArrowheads="1"/>
          </p:cNvSpPr>
          <p:nvPr/>
        </p:nvSpPr>
        <p:spPr bwMode="auto">
          <a:xfrm>
            <a:off x="0" y="4805363"/>
            <a:ext cx="43891200" cy="152400"/>
          </a:xfrm>
          <a:prstGeom prst="rect">
            <a:avLst/>
          </a:prstGeom>
          <a:solidFill>
            <a:schemeClr val="accent5">
              <a:lumMod val="50000"/>
            </a:schemeClr>
          </a:solidFill>
          <a:ln w="152400">
            <a:noFill/>
            <a:miter lim="800000"/>
            <a:headEnd/>
            <a:tailEnd/>
          </a:ln>
          <a:effectLst/>
        </p:spPr>
        <p:txBody>
          <a:bodyPr wrap="none" lIns="91436" tIns="45717" rIns="91436" bIns="45717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0" name="Text Box 14"/>
          <p:cNvSpPr txBox="1">
            <a:spLocks noChangeArrowheads="1"/>
          </p:cNvSpPr>
          <p:nvPr/>
        </p:nvSpPr>
        <p:spPr bwMode="auto">
          <a:xfrm>
            <a:off x="819153" y="32232601"/>
            <a:ext cx="2514600" cy="3368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263" tIns="45623" rIns="91263" bIns="45623">
            <a:spAutoFit/>
          </a:bodyPr>
          <a:lstStyle/>
          <a:p>
            <a:pPr eaLnBrk="0" hangingPunct="0">
              <a:lnSpc>
                <a:spcPct val="65000"/>
              </a:lnSpc>
              <a:spcBef>
                <a:spcPct val="50000"/>
              </a:spcBef>
              <a:defRPr/>
            </a:pPr>
            <a:r>
              <a:rPr lang="en-US" sz="500" b="1" dirty="0">
                <a:solidFill>
                  <a:schemeClr val="bg1">
                    <a:lumMod val="75000"/>
                  </a:schemeClr>
                </a:solidFill>
                <a:latin typeface="Arial" charset="0"/>
              </a:rPr>
              <a:t>RESEARCH POSTER PRESENTATION DESIGN © 2011</a:t>
            </a:r>
          </a:p>
          <a:p>
            <a:pPr eaLnBrk="0" hangingPunct="0">
              <a:lnSpc>
                <a:spcPct val="65000"/>
              </a:lnSpc>
              <a:spcBef>
                <a:spcPct val="50000"/>
              </a:spcBef>
              <a:defRPr/>
            </a:pPr>
            <a:r>
              <a:rPr lang="en-US" sz="1100" b="1" dirty="0">
                <a:solidFill>
                  <a:schemeClr val="bg1">
                    <a:lumMod val="75000"/>
                  </a:schemeClr>
                </a:solidFill>
                <a:latin typeface="Arial" charset="0"/>
              </a:rPr>
              <a:t>www.PosterPresentations.com</a:t>
            </a:r>
          </a:p>
        </p:txBody>
      </p:sp>
      <p:sp>
        <p:nvSpPr>
          <p:cNvPr id="18" name="Rectangle 33"/>
          <p:cNvSpPr>
            <a:spLocks noChangeArrowheads="1"/>
          </p:cNvSpPr>
          <p:nvPr/>
        </p:nvSpPr>
        <p:spPr bwMode="auto">
          <a:xfrm>
            <a:off x="15150536" y="5257800"/>
            <a:ext cx="13585371" cy="26746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lIns="91436" tIns="45717" rIns="91436" bIns="45717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9" name="Rectangle 33"/>
          <p:cNvSpPr>
            <a:spLocks noChangeArrowheads="1"/>
          </p:cNvSpPr>
          <p:nvPr/>
        </p:nvSpPr>
        <p:spPr bwMode="auto">
          <a:xfrm>
            <a:off x="29386670" y="5257800"/>
            <a:ext cx="13585371" cy="26746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lIns="91436" tIns="45717" rIns="91436" bIns="45717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7" name="Rectangle 26"/>
          <p:cNvSpPr/>
          <p:nvPr/>
        </p:nvSpPr>
        <p:spPr>
          <a:xfrm>
            <a:off x="44222126" y="0"/>
            <a:ext cx="10050462" cy="329184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72" tIns="365741" rIns="182872" bIns="182872" rtlCol="0" anchor="t" anchorCtr="0"/>
          <a:lstStyle/>
          <a:p>
            <a:pPr algn="ctr"/>
            <a:r>
              <a:rPr lang="en-US" sz="4000" b="1" dirty="0">
                <a:solidFill>
                  <a:schemeClr val="bg1"/>
                </a:solidFill>
                <a:latin typeface="Trebuchet MS" pitchFamily="34" charset="0"/>
              </a:rPr>
              <a:t>QUICK</a:t>
            </a:r>
            <a:r>
              <a:rPr lang="en-US" sz="4000" b="1" baseline="0" dirty="0">
                <a:solidFill>
                  <a:schemeClr val="bg1"/>
                </a:solidFill>
                <a:latin typeface="Trebuchet MS" pitchFamily="34" charset="0"/>
              </a:rPr>
              <a:t> TIPS</a:t>
            </a:r>
            <a:endParaRPr lang="en-US" sz="4000" b="1" dirty="0">
              <a:solidFill>
                <a:schemeClr val="bg1"/>
              </a:solidFill>
              <a:latin typeface="Trebuchet MS" pitchFamily="34" charset="0"/>
            </a:endParaRPr>
          </a:p>
          <a:p>
            <a:pPr algn="ctr"/>
            <a:r>
              <a:rPr lang="en-US" sz="4000" b="1" dirty="0">
                <a:solidFill>
                  <a:srgbClr val="FFFF00"/>
                </a:solidFill>
                <a:latin typeface="Trebuchet MS" pitchFamily="34" charset="0"/>
              </a:rPr>
              <a:t>(--THIS SECTION DOES NOT PRINT--)</a:t>
            </a:r>
          </a:p>
          <a:p>
            <a:pPr algn="ctr"/>
            <a:endParaRPr lang="en-US" sz="3200" b="1" dirty="0">
              <a:latin typeface="Trebuchet MS" pitchFamily="34" charset="0"/>
            </a:endParaRPr>
          </a:p>
          <a:p>
            <a:pPr defTabSz="3134780"/>
            <a:r>
              <a:rPr lang="en-US" sz="3200" dirty="0">
                <a:latin typeface="Trebuchet MS" pitchFamily="34" charset="0"/>
              </a:rPr>
              <a:t>This PowerPoint</a:t>
            </a:r>
            <a:r>
              <a:rPr lang="en-US" sz="3200" baseline="0" dirty="0">
                <a:latin typeface="Trebuchet MS" pitchFamily="34" charset="0"/>
              </a:rPr>
              <a:t> template requires basic PowerPoint (version 2007 or newer) skills. Below is a list of commonly asked questions specific to this template. </a:t>
            </a:r>
            <a:br>
              <a:rPr lang="en-US" sz="3200" baseline="0" dirty="0">
                <a:latin typeface="Trebuchet MS" pitchFamily="34" charset="0"/>
              </a:rPr>
            </a:br>
            <a:r>
              <a:rPr lang="en-US" sz="3200" baseline="0" dirty="0">
                <a:latin typeface="Trebuchet MS" pitchFamily="34" charset="0"/>
              </a:rPr>
              <a:t>If you are using an older version of PowerPoint some template features may not work properly.</a:t>
            </a:r>
            <a:endParaRPr lang="en-US" sz="4000" b="1" dirty="0">
              <a:solidFill>
                <a:srgbClr val="FFFF00"/>
              </a:solidFill>
              <a:latin typeface="Trebuchet MS" pitchFamily="34" charset="0"/>
            </a:endParaRPr>
          </a:p>
          <a:p>
            <a:pPr defTabSz="3134780"/>
            <a:endParaRPr lang="en-US" sz="4000" b="1" dirty="0">
              <a:solidFill>
                <a:srgbClr val="FFFF00"/>
              </a:solidFill>
              <a:latin typeface="Trebuchet MS" pitchFamily="34" charset="0"/>
            </a:endParaRPr>
          </a:p>
          <a:p>
            <a:pPr algn="ctr"/>
            <a:r>
              <a:rPr lang="en-US" sz="4000" b="1" dirty="0">
                <a:solidFill>
                  <a:schemeClr val="bg1"/>
                </a:solidFill>
                <a:latin typeface="Trebuchet MS" pitchFamily="34" charset="0"/>
              </a:rPr>
              <a:t>Using the template</a:t>
            </a:r>
            <a:endParaRPr lang="en-US" sz="4000" b="1" baseline="0" dirty="0">
              <a:solidFill>
                <a:schemeClr val="bg1"/>
              </a:solidFill>
              <a:latin typeface="Trebuchet MS" pitchFamily="34" charset="0"/>
            </a:endParaRPr>
          </a:p>
          <a:p>
            <a:pPr algn="ctr"/>
            <a:endParaRPr lang="en-US" sz="3200" b="1" dirty="0">
              <a:solidFill>
                <a:srgbClr val="FFFF00"/>
              </a:solidFill>
              <a:latin typeface="Trebuchet MS" pitchFamily="34" charset="0"/>
            </a:endParaRPr>
          </a:p>
          <a:p>
            <a:pPr marL="0" marR="0" indent="0" algn="l" defTabSz="31347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b="1" dirty="0">
                <a:solidFill>
                  <a:srgbClr val="FFFF00"/>
                </a:solidFill>
                <a:latin typeface="Trebuchet MS" pitchFamily="34" charset="0"/>
              </a:rPr>
              <a:t>Verifying the quality of your graphics</a:t>
            </a:r>
          </a:p>
          <a:p>
            <a:pPr defTabSz="3134780"/>
            <a:r>
              <a:rPr lang="en-US" sz="3200" dirty="0">
                <a:latin typeface="Trebuchet MS" pitchFamily="34" charset="0"/>
              </a:rPr>
              <a:t>Go to the </a:t>
            </a:r>
            <a:r>
              <a:rPr lang="en-US" sz="3200" baseline="0" dirty="0">
                <a:latin typeface="Trebuchet MS" pitchFamily="34" charset="0"/>
              </a:rPr>
              <a:t>VIEW menu and click on ZOOM to set your preferred magnification. This template is at 100% the size of the final poster. All text and graphics will be printed at 100% their size. To see what your poster will look like when printed, set the zoom to 100% and evaluate the quality of all your graphics before you submit your poster for printing.</a:t>
            </a:r>
            <a:br>
              <a:rPr lang="en-US" sz="3200" baseline="0" dirty="0">
                <a:latin typeface="Trebuchet MS" pitchFamily="34" charset="0"/>
              </a:rPr>
            </a:br>
            <a:endParaRPr lang="en-US" sz="3200" baseline="0" dirty="0">
              <a:latin typeface="Trebuchet MS" pitchFamily="34" charset="0"/>
            </a:endParaRPr>
          </a:p>
          <a:p>
            <a:pPr defTabSz="3134780"/>
            <a:r>
              <a:rPr lang="en-US" sz="3200" b="1" dirty="0">
                <a:solidFill>
                  <a:srgbClr val="FFFF00"/>
                </a:solidFill>
                <a:latin typeface="Trebuchet MS" pitchFamily="34" charset="0"/>
              </a:rPr>
              <a:t>Using the placeholders</a:t>
            </a:r>
          </a:p>
          <a:p>
            <a:pPr defTabSz="3134780"/>
            <a:r>
              <a:rPr lang="en-US" sz="3200" baseline="0" dirty="0">
                <a:latin typeface="Trebuchet MS" pitchFamily="34" charset="0"/>
              </a:rPr>
              <a:t>To add text to this template click inside a placeholder and type in or paste your text. To move a placeholder, click on it </a:t>
            </a:r>
            <a:r>
              <a:rPr lang="en-US" sz="3200" u="sng" baseline="0" dirty="0">
                <a:latin typeface="Trebuchet MS" pitchFamily="34" charset="0"/>
              </a:rPr>
              <a:t>once</a:t>
            </a:r>
            <a:r>
              <a:rPr lang="en-US" sz="3200" baseline="0" dirty="0">
                <a:latin typeface="Trebuchet MS" pitchFamily="34" charset="0"/>
              </a:rPr>
              <a:t> (to select it), place your cursor on its frame and your cursor will change to this symbol:         Then, click </a:t>
            </a:r>
            <a:r>
              <a:rPr lang="en-US" sz="3200" u="sng" baseline="0" dirty="0">
                <a:latin typeface="Trebuchet MS" pitchFamily="34" charset="0"/>
              </a:rPr>
              <a:t>once</a:t>
            </a:r>
            <a:r>
              <a:rPr lang="en-US" sz="3200" baseline="0" dirty="0">
                <a:latin typeface="Trebuchet MS" pitchFamily="34" charset="0"/>
              </a:rPr>
              <a:t> and drag it to its new location where you can resize it as needed. Additional placeholders can be found on the left side of this template.</a:t>
            </a:r>
          </a:p>
          <a:p>
            <a:pPr defTabSz="3134780"/>
            <a:endParaRPr lang="en-US" sz="3200" b="1" baseline="0" dirty="0">
              <a:solidFill>
                <a:srgbClr val="FFFF00"/>
              </a:solidFill>
              <a:latin typeface="Trebuchet MS" pitchFamily="34" charset="0"/>
            </a:endParaRPr>
          </a:p>
          <a:p>
            <a:pPr defTabSz="3134780"/>
            <a:r>
              <a:rPr lang="en-US" sz="3200" b="1" baseline="0" dirty="0">
                <a:solidFill>
                  <a:srgbClr val="FFFF00"/>
                </a:solidFill>
                <a:latin typeface="Trebuchet MS" pitchFamily="34" charset="0"/>
              </a:rPr>
              <a:t>Modifying the layout</a:t>
            </a:r>
          </a:p>
          <a:p>
            <a:pPr defTabSz="3134780"/>
            <a:r>
              <a:rPr lang="en-US" sz="3200" dirty="0">
                <a:latin typeface="Trebuchet MS" pitchFamily="34" charset="0"/>
              </a:rPr>
              <a:t>This template has four</a:t>
            </a:r>
            <a:endParaRPr lang="en-US" sz="3200" baseline="0" dirty="0">
              <a:latin typeface="Trebuchet MS" pitchFamily="34" charset="0"/>
            </a:endParaRPr>
          </a:p>
          <a:p>
            <a:pPr defTabSz="3134780"/>
            <a:r>
              <a:rPr lang="en-US" sz="3200" baseline="0" dirty="0">
                <a:latin typeface="Trebuchet MS" pitchFamily="34" charset="0"/>
              </a:rPr>
              <a:t>different column layouts. </a:t>
            </a:r>
          </a:p>
          <a:p>
            <a:pPr defTabSz="3134780"/>
            <a:r>
              <a:rPr lang="en-US" sz="3200" u="sng" baseline="0" dirty="0">
                <a:latin typeface="Trebuchet MS" pitchFamily="34" charset="0"/>
              </a:rPr>
              <a:t>Right-click</a:t>
            </a:r>
            <a:r>
              <a:rPr lang="en-US" sz="3200" baseline="0" dirty="0">
                <a:latin typeface="Trebuchet MS" pitchFamily="34" charset="0"/>
              </a:rPr>
              <a:t> your mouse</a:t>
            </a:r>
          </a:p>
          <a:p>
            <a:pPr defTabSz="3134780"/>
            <a:r>
              <a:rPr lang="en-US" sz="3200" baseline="0" dirty="0">
                <a:latin typeface="Trebuchet MS" pitchFamily="34" charset="0"/>
              </a:rPr>
              <a:t>on the background and </a:t>
            </a:r>
          </a:p>
          <a:p>
            <a:pPr defTabSz="3134780"/>
            <a:r>
              <a:rPr lang="en-US" sz="3200" baseline="0" dirty="0">
                <a:latin typeface="Trebuchet MS" pitchFamily="34" charset="0"/>
              </a:rPr>
              <a:t>click on “Layout” to see </a:t>
            </a:r>
          </a:p>
          <a:p>
            <a:pPr defTabSz="3134780"/>
            <a:r>
              <a:rPr lang="en-US" sz="3200" baseline="0" dirty="0">
                <a:latin typeface="Trebuchet MS" pitchFamily="34" charset="0"/>
              </a:rPr>
              <a:t>the layout options.</a:t>
            </a:r>
            <a:endParaRPr lang="en-US" sz="3200" dirty="0">
              <a:latin typeface="Trebuchet MS" pitchFamily="34" charset="0"/>
            </a:endParaRPr>
          </a:p>
          <a:p>
            <a:pPr marL="0" marR="0" indent="0" algn="l" defTabSz="31347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baseline="0" dirty="0">
                <a:latin typeface="Trebuchet MS" pitchFamily="34" charset="0"/>
              </a:rPr>
              <a:t>The columns in the provided layouts are fixed and cannot be moved but advanced users can modify any layout by going to VIEW and then SLIDE MASTER.</a:t>
            </a:r>
          </a:p>
          <a:p>
            <a:pPr marL="0" marR="0" indent="0" algn="l" defTabSz="31347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3200" baseline="0" dirty="0">
              <a:latin typeface="Trebuchet MS" pitchFamily="34" charset="0"/>
            </a:endParaRPr>
          </a:p>
          <a:p>
            <a:pPr defTabSz="3134780"/>
            <a:r>
              <a:rPr lang="en-US" sz="3200" b="1" baseline="0" dirty="0">
                <a:solidFill>
                  <a:srgbClr val="FFFF00"/>
                </a:solidFill>
                <a:latin typeface="Trebuchet MS" pitchFamily="34" charset="0"/>
              </a:rPr>
              <a:t>Importing text and graphics from external sources</a:t>
            </a:r>
          </a:p>
          <a:p>
            <a:pPr defTabSz="3134780"/>
            <a:r>
              <a:rPr lang="en-US" sz="3200" b="1" u="sng" baseline="0" dirty="0">
                <a:latin typeface="Trebuchet MS" pitchFamily="34" charset="0"/>
              </a:rPr>
              <a:t>TEXT: </a:t>
            </a:r>
            <a:r>
              <a:rPr lang="en-US" sz="3200" baseline="0" dirty="0">
                <a:latin typeface="Trebuchet MS" pitchFamily="34" charset="0"/>
              </a:rPr>
              <a:t>Paste or type your text into a pre-existing placeholder or drag in a new placeholder from the left side of the template. Move it anywhere as needed.</a:t>
            </a:r>
          </a:p>
          <a:p>
            <a:pPr defTabSz="3134780"/>
            <a:r>
              <a:rPr lang="en-US" sz="3200" b="1" u="sng" baseline="0" dirty="0">
                <a:latin typeface="Trebuchet MS" pitchFamily="34" charset="0"/>
              </a:rPr>
              <a:t>PHOTOS: </a:t>
            </a:r>
            <a:r>
              <a:rPr lang="en-US" sz="3200" baseline="0" dirty="0">
                <a:latin typeface="Trebuchet MS" pitchFamily="34" charset="0"/>
              </a:rPr>
              <a:t>Drag in a picture placeholder, size it </a:t>
            </a:r>
            <a:r>
              <a:rPr lang="en-US" sz="3200" u="sng" baseline="0" dirty="0">
                <a:latin typeface="Trebuchet MS" pitchFamily="34" charset="0"/>
              </a:rPr>
              <a:t>first</a:t>
            </a:r>
            <a:r>
              <a:rPr lang="en-US" sz="3200" baseline="0" dirty="0">
                <a:latin typeface="Trebuchet MS" pitchFamily="34" charset="0"/>
              </a:rPr>
              <a:t>, click in it and insert a photo from the menu.</a:t>
            </a:r>
          </a:p>
          <a:p>
            <a:pPr defTabSz="3134780"/>
            <a:r>
              <a:rPr lang="en-US" sz="3200" b="1" u="sng" baseline="0" dirty="0">
                <a:latin typeface="Trebuchet MS" pitchFamily="34" charset="0"/>
              </a:rPr>
              <a:t>TABLES: </a:t>
            </a:r>
            <a:r>
              <a:rPr lang="en-US" sz="3200" baseline="0" dirty="0">
                <a:latin typeface="Trebuchet MS" pitchFamily="34" charset="0"/>
              </a:rPr>
              <a:t>You can copy and paste a table from an external document onto this poster template. To adjust  the way the text fits within the cells of a table that has been pasted, </a:t>
            </a:r>
            <a:r>
              <a:rPr lang="en-US" sz="3200" u="sng" baseline="0" dirty="0">
                <a:latin typeface="Trebuchet MS" pitchFamily="34" charset="0"/>
              </a:rPr>
              <a:t>right-click</a:t>
            </a:r>
            <a:r>
              <a:rPr lang="en-US" sz="3200" baseline="0" dirty="0">
                <a:latin typeface="Trebuchet MS" pitchFamily="34" charset="0"/>
              </a:rPr>
              <a:t> on the table, click FORMAT SHAPE  then click on TEXT BOX and change the INTERNAL MARGIN values to 0.25</a:t>
            </a:r>
          </a:p>
          <a:p>
            <a:pPr defTabSz="3134780"/>
            <a:endParaRPr lang="en-US" sz="3200" baseline="0" dirty="0">
              <a:latin typeface="Trebuchet MS" pitchFamily="34" charset="0"/>
            </a:endParaRPr>
          </a:p>
          <a:p>
            <a:pPr defTabSz="3134780"/>
            <a:r>
              <a:rPr lang="en-US" sz="3200" b="1" baseline="0" dirty="0">
                <a:solidFill>
                  <a:srgbClr val="FFFF00"/>
                </a:solidFill>
                <a:latin typeface="Trebuchet MS" pitchFamily="34" charset="0"/>
              </a:rPr>
              <a:t>Modifying the color scheme</a:t>
            </a:r>
          </a:p>
          <a:p>
            <a:pPr defTabSz="3134780"/>
            <a:r>
              <a:rPr lang="en-US" sz="3200" baseline="0" dirty="0">
                <a:latin typeface="Trebuchet MS" pitchFamily="34" charset="0"/>
              </a:rPr>
              <a:t>To change the color scheme of this template go to the “Design” menu and click on “Colors”. You can choose from the provide color combinations or you can create your own.</a:t>
            </a:r>
          </a:p>
          <a:p>
            <a:pPr defTabSz="3134780"/>
            <a:endParaRPr lang="en-US" sz="3200" baseline="0" dirty="0">
              <a:latin typeface="Trebuchet MS" pitchFamily="34" charset="0"/>
            </a:endParaRPr>
          </a:p>
          <a:p>
            <a:pPr defTabSz="3134780"/>
            <a:endParaRPr lang="en-US" sz="3200" baseline="0" dirty="0">
              <a:latin typeface="Trebuchet MS" pitchFamily="34" charset="0"/>
            </a:endParaRPr>
          </a:p>
          <a:p>
            <a:pPr defTabSz="4389219"/>
            <a:endParaRPr lang="en-US" sz="2000" baseline="0" dirty="0">
              <a:latin typeface="Trebuchet MS" pitchFamily="34" charset="0"/>
            </a:endParaRPr>
          </a:p>
          <a:p>
            <a:pPr defTabSz="4389219"/>
            <a:endParaRPr lang="en-US" sz="2000" dirty="0">
              <a:latin typeface="Trebuchet MS" pitchFamily="34" charset="0"/>
            </a:endParaRPr>
          </a:p>
          <a:p>
            <a:pPr algn="ctr"/>
            <a:endParaRPr lang="en-US" sz="2000" b="1" dirty="0">
              <a:solidFill>
                <a:schemeClr val="bg1"/>
              </a:solidFill>
              <a:latin typeface="Trebuchet MS" pitchFamily="34" charset="0"/>
            </a:endParaRPr>
          </a:p>
          <a:p>
            <a:pPr defTabSz="4389219"/>
            <a:endParaRPr lang="en-US" sz="2000" b="1" dirty="0">
              <a:solidFill>
                <a:srgbClr val="FFFF00"/>
              </a:solidFill>
              <a:latin typeface="Trebuchet MS" pitchFamily="34" charset="0"/>
            </a:endParaRPr>
          </a:p>
          <a:p>
            <a:pPr algn="ctr"/>
            <a:endParaRPr lang="en-US" sz="3200" b="1" dirty="0">
              <a:latin typeface="Trebuchet MS" pitchFamily="34" charset="0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-10402388" y="-19596"/>
            <a:ext cx="10050462" cy="329184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72" tIns="365741" rIns="182872" bIns="182872" rtlCol="0" anchor="t" anchorCtr="0"/>
          <a:lstStyle/>
          <a:p>
            <a:pPr algn="ctr"/>
            <a:r>
              <a:rPr lang="en-US" sz="4400" b="1" dirty="0">
                <a:solidFill>
                  <a:schemeClr val="bg1"/>
                </a:solidFill>
                <a:latin typeface="Trebuchet MS" pitchFamily="34" charset="0"/>
              </a:rPr>
              <a:t>QUICK DESIGN</a:t>
            </a:r>
            <a:r>
              <a:rPr lang="en-US" sz="4400" b="1" baseline="0" dirty="0">
                <a:solidFill>
                  <a:schemeClr val="bg1"/>
                </a:solidFill>
                <a:latin typeface="Trebuchet MS" pitchFamily="34" charset="0"/>
              </a:rPr>
              <a:t> </a:t>
            </a:r>
            <a:r>
              <a:rPr lang="en-US" sz="4400" b="1" dirty="0">
                <a:solidFill>
                  <a:schemeClr val="bg1"/>
                </a:solidFill>
                <a:latin typeface="Trebuchet MS" pitchFamily="34" charset="0"/>
              </a:rPr>
              <a:t>GUIDE</a:t>
            </a:r>
          </a:p>
          <a:p>
            <a:pPr algn="ctr"/>
            <a:r>
              <a:rPr lang="en-US" sz="4000" b="1" dirty="0">
                <a:solidFill>
                  <a:srgbClr val="FFFF00"/>
                </a:solidFill>
                <a:latin typeface="Trebuchet MS" pitchFamily="34" charset="0"/>
              </a:rPr>
              <a:t>(--THIS SECTION DOES NOT PRINT--)</a:t>
            </a:r>
          </a:p>
          <a:p>
            <a:pPr algn="ctr"/>
            <a:endParaRPr lang="en-US" sz="3200" b="1" dirty="0">
              <a:latin typeface="Trebuchet MS" pitchFamily="34" charset="0"/>
            </a:endParaRPr>
          </a:p>
          <a:p>
            <a:pPr defTabSz="4389219"/>
            <a:r>
              <a:rPr lang="en-US" sz="3200" dirty="0">
                <a:latin typeface="Trebuchet MS" pitchFamily="34" charset="0"/>
              </a:rPr>
              <a:t>This PowerPoint</a:t>
            </a:r>
            <a:r>
              <a:rPr lang="en-US" sz="3200" baseline="0" dirty="0">
                <a:latin typeface="Trebuchet MS" pitchFamily="34" charset="0"/>
              </a:rPr>
              <a:t> </a:t>
            </a:r>
            <a:r>
              <a:rPr lang="en-US" sz="3200" dirty="0">
                <a:latin typeface="Trebuchet MS" pitchFamily="34" charset="0"/>
              </a:rPr>
              <a:t>2007 template produces</a:t>
            </a:r>
            <a:r>
              <a:rPr lang="en-US" sz="3200" baseline="0" dirty="0">
                <a:latin typeface="Trebuchet MS" pitchFamily="34" charset="0"/>
              </a:rPr>
              <a:t> </a:t>
            </a:r>
            <a:r>
              <a:rPr lang="en-US" sz="3200" dirty="0">
                <a:latin typeface="Trebuchet MS" pitchFamily="34" charset="0"/>
              </a:rPr>
              <a:t>a 36”x48” professional  poster. It</a:t>
            </a:r>
            <a:r>
              <a:rPr lang="en-US" sz="3200" baseline="0" dirty="0">
                <a:latin typeface="Trebuchet MS" pitchFamily="34" charset="0"/>
              </a:rPr>
              <a:t> </a:t>
            </a:r>
            <a:r>
              <a:rPr lang="en-US" sz="3200" dirty="0">
                <a:latin typeface="Trebuchet MS" pitchFamily="34" charset="0"/>
              </a:rPr>
              <a:t>will save you valuable time placing titles, subtitles,</a:t>
            </a:r>
            <a:r>
              <a:rPr lang="en-US" sz="3200" baseline="0" dirty="0">
                <a:latin typeface="Trebuchet MS" pitchFamily="34" charset="0"/>
              </a:rPr>
              <a:t> text, and graphics</a:t>
            </a:r>
            <a:r>
              <a:rPr lang="en-US" sz="3200" dirty="0">
                <a:latin typeface="Trebuchet MS" pitchFamily="34" charset="0"/>
              </a:rPr>
              <a:t>. </a:t>
            </a:r>
          </a:p>
          <a:p>
            <a:pPr defTabSz="4389219"/>
            <a:endParaRPr lang="en-US" sz="3200" dirty="0">
              <a:latin typeface="Trebuchet MS" pitchFamily="34" charset="0"/>
            </a:endParaRPr>
          </a:p>
          <a:p>
            <a:pPr defTabSz="4389219"/>
            <a:r>
              <a:rPr lang="en-US" sz="3200" dirty="0">
                <a:latin typeface="Trebuchet MS" pitchFamily="34" charset="0"/>
              </a:rPr>
              <a:t>Use it to create your presentation. Then send</a:t>
            </a:r>
            <a:r>
              <a:rPr lang="en-US" sz="3200" baseline="0" dirty="0">
                <a:latin typeface="Trebuchet MS" pitchFamily="34" charset="0"/>
              </a:rPr>
              <a:t> it </a:t>
            </a:r>
            <a:r>
              <a:rPr lang="en-US" sz="3200" dirty="0">
                <a:latin typeface="Trebuchet MS" pitchFamily="34" charset="0"/>
              </a:rPr>
              <a:t>to </a:t>
            </a:r>
            <a:r>
              <a:rPr lang="en-US" sz="3200" b="1" dirty="0">
                <a:latin typeface="Trebuchet MS" pitchFamily="34" charset="0"/>
              </a:rPr>
              <a:t>PosterPresentations.com</a:t>
            </a:r>
            <a:r>
              <a:rPr lang="en-US" sz="3200" dirty="0">
                <a:latin typeface="Trebuchet MS" pitchFamily="34" charset="0"/>
              </a:rPr>
              <a:t> for premium quality, same day affordable printing.</a:t>
            </a:r>
            <a:br>
              <a:rPr lang="en-US" sz="3200" dirty="0">
                <a:latin typeface="Trebuchet MS" pitchFamily="34" charset="0"/>
              </a:rPr>
            </a:br>
            <a:endParaRPr lang="en-US" sz="3200" dirty="0">
              <a:latin typeface="Trebuchet MS" pitchFamily="34" charset="0"/>
            </a:endParaRPr>
          </a:p>
          <a:p>
            <a:pPr defTabSz="4389219"/>
            <a:r>
              <a:rPr lang="en-US" sz="3200" dirty="0">
                <a:latin typeface="Trebuchet MS" pitchFamily="34" charset="0"/>
              </a:rPr>
              <a:t>We provide a series of </a:t>
            </a:r>
            <a:r>
              <a:rPr lang="en-US" sz="3200" b="1" dirty="0">
                <a:latin typeface="Trebuchet MS" pitchFamily="34" charset="0"/>
              </a:rPr>
              <a:t>online tutorials</a:t>
            </a:r>
            <a:r>
              <a:rPr lang="en-US" sz="3200" dirty="0">
                <a:latin typeface="Trebuchet MS" pitchFamily="34" charset="0"/>
              </a:rPr>
              <a:t> that will guide you through the poster design process and answer your poster production questions. </a:t>
            </a:r>
          </a:p>
          <a:p>
            <a:pPr defTabSz="4389219"/>
            <a:endParaRPr lang="en-US" sz="3200" dirty="0">
              <a:latin typeface="Trebuchet MS" pitchFamily="34" charset="0"/>
            </a:endParaRPr>
          </a:p>
          <a:p>
            <a:pPr defTabSz="4389219"/>
            <a:r>
              <a:rPr lang="en-US" sz="3200" dirty="0">
                <a:latin typeface="Trebuchet MS" pitchFamily="34" charset="0"/>
              </a:rPr>
              <a:t>View our online</a:t>
            </a:r>
            <a:r>
              <a:rPr lang="en-US" sz="3200" baseline="0" dirty="0">
                <a:latin typeface="Trebuchet MS" pitchFamily="34" charset="0"/>
              </a:rPr>
              <a:t> tutorials at:</a:t>
            </a:r>
            <a:br>
              <a:rPr lang="en-US" sz="3200" dirty="0">
                <a:latin typeface="Trebuchet MS" pitchFamily="34" charset="0"/>
              </a:rPr>
            </a:br>
            <a:r>
              <a:rPr lang="en-US" sz="3200" dirty="0">
                <a:solidFill>
                  <a:srgbClr val="FFFF00"/>
                </a:solidFill>
                <a:latin typeface="Trebuchet MS" pitchFamily="34" charset="0"/>
              </a:rPr>
              <a:t> http://bit.ly/Poster_creation_help </a:t>
            </a:r>
            <a:br>
              <a:rPr lang="en-US" sz="3200" dirty="0">
                <a:latin typeface="Trebuchet MS" pitchFamily="34" charset="0"/>
              </a:rPr>
            </a:br>
            <a:r>
              <a:rPr lang="en-US" sz="3200" dirty="0">
                <a:latin typeface="Trebuchet MS" pitchFamily="34" charset="0"/>
              </a:rPr>
              <a:t>(copy</a:t>
            </a:r>
            <a:r>
              <a:rPr lang="en-US" sz="3200" baseline="0" dirty="0">
                <a:latin typeface="Trebuchet MS" pitchFamily="34" charset="0"/>
              </a:rPr>
              <a:t> and paste the link into your web browser).</a:t>
            </a:r>
          </a:p>
          <a:p>
            <a:pPr defTabSz="4389219"/>
            <a:endParaRPr lang="en-US" sz="3200" dirty="0">
              <a:latin typeface="Trebuchet MS" pitchFamily="34" charset="0"/>
            </a:endParaRPr>
          </a:p>
          <a:p>
            <a:pPr defTabSz="4389219"/>
            <a:r>
              <a:rPr lang="en-US" sz="3200" dirty="0">
                <a:latin typeface="Trebuchet MS" pitchFamily="34" charset="0"/>
              </a:rPr>
              <a:t>For assistance and to order your printed poster</a:t>
            </a:r>
            <a:r>
              <a:rPr lang="en-US" sz="3200" dirty="0">
                <a:solidFill>
                  <a:schemeClr val="bg1"/>
                </a:solidFill>
                <a:latin typeface="Trebuchet MS" pitchFamily="34" charset="0"/>
              </a:rPr>
              <a:t> call </a:t>
            </a:r>
            <a:r>
              <a:rPr lang="en-US" sz="3200" b="1" dirty="0">
                <a:solidFill>
                  <a:srgbClr val="FFFF00"/>
                </a:solidFill>
                <a:latin typeface="Trebuchet MS" pitchFamily="34" charset="0"/>
              </a:rPr>
              <a:t>PosterPresentations.com</a:t>
            </a:r>
            <a:r>
              <a:rPr lang="en-US" sz="3200" dirty="0">
                <a:solidFill>
                  <a:srgbClr val="FFFF00"/>
                </a:solidFill>
                <a:latin typeface="Trebuchet MS" pitchFamily="34" charset="0"/>
              </a:rPr>
              <a:t> </a:t>
            </a:r>
            <a:r>
              <a:rPr lang="en-US" sz="3200" dirty="0">
                <a:latin typeface="Trebuchet MS" pitchFamily="34" charset="0"/>
              </a:rPr>
              <a:t>at </a:t>
            </a:r>
            <a:r>
              <a:rPr lang="en-US" sz="4000" b="1" dirty="0">
                <a:solidFill>
                  <a:srgbClr val="FFFF00"/>
                </a:solidFill>
                <a:latin typeface="Trebuchet MS" pitchFamily="34" charset="0"/>
              </a:rPr>
              <a:t>1.866.649.3004</a:t>
            </a:r>
          </a:p>
          <a:p>
            <a:pPr defTabSz="4389219"/>
            <a:endParaRPr lang="en-US" sz="4000" b="1" dirty="0">
              <a:solidFill>
                <a:srgbClr val="FFFF00"/>
              </a:solidFill>
              <a:latin typeface="Trebuchet MS" pitchFamily="34" charset="0"/>
            </a:endParaRPr>
          </a:p>
          <a:p>
            <a:pPr defTabSz="4389219"/>
            <a:endParaRPr lang="en-US" sz="4000" b="1" dirty="0">
              <a:solidFill>
                <a:srgbClr val="FFFF00"/>
              </a:solidFill>
              <a:latin typeface="Trebuchet MS" pitchFamily="34" charset="0"/>
            </a:endParaRPr>
          </a:p>
          <a:p>
            <a:pPr algn="ctr"/>
            <a:r>
              <a:rPr lang="en-US" sz="4400" b="1" dirty="0">
                <a:solidFill>
                  <a:schemeClr val="bg1"/>
                </a:solidFill>
                <a:latin typeface="Trebuchet MS" pitchFamily="34" charset="0"/>
              </a:rPr>
              <a:t>Object Placeholders</a:t>
            </a:r>
          </a:p>
          <a:p>
            <a:pPr algn="ctr"/>
            <a:endParaRPr lang="en-US" sz="4400" b="1" dirty="0">
              <a:solidFill>
                <a:schemeClr val="bg1"/>
              </a:solidFill>
              <a:latin typeface="Trebuchet MS" pitchFamily="34" charset="0"/>
            </a:endParaRPr>
          </a:p>
          <a:p>
            <a:pPr defTabSz="4389219"/>
            <a:r>
              <a:rPr lang="en-US" sz="3200" dirty="0">
                <a:latin typeface="Trebuchet MS" pitchFamily="34" charset="0"/>
              </a:rPr>
              <a:t>Use the placeholders provided below to add new elements to your poster:</a:t>
            </a:r>
            <a:r>
              <a:rPr lang="en-US" sz="3200" baseline="0" dirty="0">
                <a:latin typeface="Trebuchet MS" pitchFamily="34" charset="0"/>
              </a:rPr>
              <a:t> </a:t>
            </a:r>
            <a:r>
              <a:rPr lang="en-US" sz="3200" dirty="0">
                <a:latin typeface="Trebuchet MS" pitchFamily="34" charset="0"/>
              </a:rPr>
              <a:t>Drag a placeholder onto the</a:t>
            </a:r>
            <a:r>
              <a:rPr lang="en-US" sz="3200" baseline="0" dirty="0">
                <a:latin typeface="Trebuchet MS" pitchFamily="34" charset="0"/>
              </a:rPr>
              <a:t> poster area,</a:t>
            </a:r>
            <a:r>
              <a:rPr lang="en-US" sz="3200" dirty="0">
                <a:latin typeface="Trebuchet MS" pitchFamily="34" charset="0"/>
              </a:rPr>
              <a:t> size it, and click it to edit.</a:t>
            </a:r>
          </a:p>
          <a:p>
            <a:pPr defTabSz="4389219"/>
            <a:endParaRPr lang="en-US" sz="3200" dirty="0">
              <a:latin typeface="Trebuchet MS" pitchFamily="34" charset="0"/>
            </a:endParaRPr>
          </a:p>
          <a:p>
            <a:pPr defTabSz="4389219"/>
            <a:r>
              <a:rPr lang="en-US" sz="3200" b="1" dirty="0">
                <a:solidFill>
                  <a:srgbClr val="FFFF00"/>
                </a:solidFill>
                <a:latin typeface="Trebuchet MS" pitchFamily="34" charset="0"/>
              </a:rPr>
              <a:t>Section Header placeholder</a:t>
            </a:r>
          </a:p>
          <a:p>
            <a:pPr defTabSz="4389219"/>
            <a:r>
              <a:rPr lang="en-US" sz="3200" dirty="0">
                <a:latin typeface="Trebuchet MS" pitchFamily="34" charset="0"/>
              </a:rPr>
              <a:t>Move</a:t>
            </a:r>
            <a:r>
              <a:rPr lang="en-US" sz="3200" baseline="0" dirty="0">
                <a:latin typeface="Trebuchet MS" pitchFamily="34" charset="0"/>
              </a:rPr>
              <a:t> this preformatted section header placeholder to the poster area to add another section header. Use section headers to separate topics or concepts within your presentation. </a:t>
            </a:r>
          </a:p>
          <a:p>
            <a:pPr defTabSz="4389219"/>
            <a:endParaRPr lang="en-US" sz="3200" baseline="0" dirty="0">
              <a:latin typeface="Trebuchet MS" pitchFamily="34" charset="0"/>
            </a:endParaRPr>
          </a:p>
          <a:p>
            <a:pPr defTabSz="4389219"/>
            <a:endParaRPr lang="en-US" sz="3200" dirty="0">
              <a:latin typeface="Trebuchet MS" pitchFamily="34" charset="0"/>
            </a:endParaRPr>
          </a:p>
          <a:p>
            <a:pPr defTabSz="4389219"/>
            <a:endParaRPr lang="en-US" sz="3200" b="1" dirty="0">
              <a:solidFill>
                <a:srgbClr val="FFFF00"/>
              </a:solidFill>
              <a:latin typeface="Trebuchet MS" pitchFamily="34" charset="0"/>
            </a:endParaRPr>
          </a:p>
          <a:p>
            <a:pPr defTabSz="4389219"/>
            <a:r>
              <a:rPr lang="en-US" sz="3200" b="1" dirty="0">
                <a:solidFill>
                  <a:srgbClr val="FFFF00"/>
                </a:solidFill>
                <a:latin typeface="Trebuchet MS" pitchFamily="34" charset="0"/>
              </a:rPr>
              <a:t>Text placeholder</a:t>
            </a:r>
          </a:p>
          <a:p>
            <a:pPr defTabSz="4389219"/>
            <a:r>
              <a:rPr lang="en-US" sz="3200" baseline="0" dirty="0">
                <a:latin typeface="Trebuchet MS" pitchFamily="34" charset="0"/>
              </a:rPr>
              <a:t>Move this preformatted text placeholder to the poster to add a new body of text.</a:t>
            </a:r>
          </a:p>
          <a:p>
            <a:pPr defTabSz="4389219"/>
            <a:endParaRPr lang="en-US" sz="3200" baseline="0" dirty="0">
              <a:latin typeface="Trebuchet MS" pitchFamily="34" charset="0"/>
            </a:endParaRPr>
          </a:p>
          <a:p>
            <a:pPr defTabSz="4389219"/>
            <a:endParaRPr lang="en-US" sz="3200" baseline="0" dirty="0">
              <a:latin typeface="Trebuchet MS" pitchFamily="34" charset="0"/>
            </a:endParaRPr>
          </a:p>
          <a:p>
            <a:pPr defTabSz="4389219"/>
            <a:endParaRPr lang="en-US" sz="3200" baseline="0" dirty="0">
              <a:latin typeface="Trebuchet MS" pitchFamily="34" charset="0"/>
            </a:endParaRPr>
          </a:p>
          <a:p>
            <a:pPr defTabSz="4389219"/>
            <a:endParaRPr lang="en-US" sz="3200" b="1" baseline="0" dirty="0">
              <a:solidFill>
                <a:srgbClr val="FFFF00"/>
              </a:solidFill>
              <a:latin typeface="Trebuchet MS" pitchFamily="34" charset="0"/>
            </a:endParaRPr>
          </a:p>
          <a:p>
            <a:pPr defTabSz="4389219"/>
            <a:r>
              <a:rPr lang="en-US" sz="3200" b="1" baseline="0" dirty="0">
                <a:solidFill>
                  <a:srgbClr val="FFFF00"/>
                </a:solidFill>
                <a:latin typeface="Trebuchet MS" pitchFamily="34" charset="0"/>
              </a:rPr>
              <a:t>Picture placeholder</a:t>
            </a:r>
          </a:p>
          <a:p>
            <a:pPr defTabSz="4389219"/>
            <a:r>
              <a:rPr lang="en-US" sz="3200" baseline="0" dirty="0">
                <a:latin typeface="Trebuchet MS" pitchFamily="34" charset="0"/>
              </a:rPr>
              <a:t>Move this graphic placeholder onto your poster, size it first, and then click it to add a picture to the poster.</a:t>
            </a:r>
          </a:p>
          <a:p>
            <a:pPr defTabSz="4389219"/>
            <a:endParaRPr lang="en-US" sz="3200" baseline="0" dirty="0">
              <a:latin typeface="Trebuchet MS" pitchFamily="34" charset="0"/>
            </a:endParaRPr>
          </a:p>
          <a:p>
            <a:pPr defTabSz="4389219"/>
            <a:endParaRPr lang="en-US" sz="3200" baseline="0" dirty="0">
              <a:latin typeface="Trebuchet MS" pitchFamily="34" charset="0"/>
            </a:endParaRPr>
          </a:p>
          <a:p>
            <a:pPr defTabSz="4389219"/>
            <a:endParaRPr lang="en-US" sz="3200" baseline="0" dirty="0">
              <a:latin typeface="Trebuchet MS" pitchFamily="34" charset="0"/>
            </a:endParaRPr>
          </a:p>
          <a:p>
            <a:pPr algn="ctr"/>
            <a:endParaRPr lang="en-US" sz="4400" b="1" dirty="0">
              <a:solidFill>
                <a:schemeClr val="bg1"/>
              </a:solidFill>
              <a:latin typeface="Trebuchet MS" pitchFamily="34" charset="0"/>
            </a:endParaRPr>
          </a:p>
          <a:p>
            <a:pPr algn="ctr"/>
            <a:endParaRPr lang="en-US" sz="4400" b="1" dirty="0">
              <a:solidFill>
                <a:schemeClr val="bg1"/>
              </a:solidFill>
              <a:latin typeface="Trebuchet MS" pitchFamily="34" charset="0"/>
            </a:endParaRPr>
          </a:p>
          <a:p>
            <a:pPr algn="ctr"/>
            <a:endParaRPr lang="en-US" sz="4400" b="1" dirty="0">
              <a:solidFill>
                <a:schemeClr val="bg1"/>
              </a:solidFill>
              <a:latin typeface="Trebuchet MS" pitchFamily="34" charset="0"/>
            </a:endParaRPr>
          </a:p>
          <a:p>
            <a:pPr algn="ctr"/>
            <a:endParaRPr lang="en-US" sz="4400" b="1" dirty="0">
              <a:solidFill>
                <a:schemeClr val="bg1"/>
              </a:solidFill>
              <a:latin typeface="Trebuchet MS" pitchFamily="34" charset="0"/>
            </a:endParaRPr>
          </a:p>
          <a:p>
            <a:pPr defTabSz="4389219"/>
            <a:endParaRPr lang="en-US" sz="3200" dirty="0">
              <a:latin typeface="Trebuchet MS" pitchFamily="34" charset="0"/>
            </a:endParaRPr>
          </a:p>
          <a:p>
            <a:pPr algn="ctr"/>
            <a:endParaRPr lang="en-US" sz="3200" b="1" dirty="0">
              <a:solidFill>
                <a:schemeClr val="bg1"/>
              </a:solidFill>
              <a:latin typeface="Trebuchet MS" pitchFamily="34" charset="0"/>
            </a:endParaRPr>
          </a:p>
          <a:p>
            <a:pPr defTabSz="4389219"/>
            <a:endParaRPr lang="en-US" sz="3200" b="1" dirty="0">
              <a:solidFill>
                <a:srgbClr val="FFFF00"/>
              </a:solidFill>
              <a:latin typeface="Trebuchet MS" pitchFamily="34" charset="0"/>
            </a:endParaRPr>
          </a:p>
          <a:p>
            <a:pPr algn="ctr"/>
            <a:endParaRPr lang="en-US" sz="4400" b="1" dirty="0">
              <a:latin typeface="Trebuchet MS" pitchFamily="34" charset="0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-10370486" y="21297014"/>
            <a:ext cx="10018560" cy="7772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7" rIns="91436" bIns="45717" rtlCol="0" anchor="ctr"/>
          <a:lstStyle/>
          <a:p>
            <a:pPr algn="ctr"/>
            <a:endParaRPr lang="en-US" dirty="0"/>
          </a:p>
        </p:txBody>
      </p:sp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098247" y="15525143"/>
            <a:ext cx="4741366" cy="30581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1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7342926" y="13118821"/>
            <a:ext cx="590550" cy="4381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sp>
        <p:nvSpPr>
          <p:cNvPr id="32" name="TextBox 31"/>
          <p:cNvSpPr txBox="1"/>
          <p:nvPr/>
        </p:nvSpPr>
        <p:spPr>
          <a:xfrm>
            <a:off x="44487740" y="30588807"/>
            <a:ext cx="9160286" cy="2185208"/>
          </a:xfrm>
          <a:prstGeom prst="rect">
            <a:avLst/>
          </a:prstGeom>
          <a:noFill/>
        </p:spPr>
        <p:txBody>
          <a:bodyPr wrap="square" lIns="91436" tIns="45717" rIns="91436" bIns="45717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© 2011 PosterPresentations.com</a:t>
            </a:r>
            <a:br>
              <a:rPr lang="en-US" sz="3600" dirty="0">
                <a:solidFill>
                  <a:schemeClr val="bg1"/>
                </a:solidFill>
              </a:rPr>
            </a:br>
            <a:r>
              <a:rPr lang="en-US" sz="3600" dirty="0">
                <a:solidFill>
                  <a:schemeClr val="bg1"/>
                </a:solidFill>
              </a:rPr>
              <a:t>    </a:t>
            </a:r>
            <a:r>
              <a:rPr lang="en-US" sz="3200" dirty="0">
                <a:solidFill>
                  <a:schemeClr val="bg1"/>
                </a:solidFill>
              </a:rPr>
              <a:t>2117 Fourth Street ,</a:t>
            </a:r>
            <a:r>
              <a:rPr lang="en-US" sz="3200" baseline="0" dirty="0">
                <a:solidFill>
                  <a:schemeClr val="bg1"/>
                </a:solidFill>
              </a:rPr>
              <a:t> Unit C</a:t>
            </a:r>
            <a:br>
              <a:rPr lang="en-US" sz="3200" baseline="0" dirty="0">
                <a:solidFill>
                  <a:schemeClr val="bg1"/>
                </a:solidFill>
              </a:rPr>
            </a:br>
            <a:r>
              <a:rPr lang="en-US" sz="3200" baseline="0" dirty="0">
                <a:solidFill>
                  <a:schemeClr val="bg1"/>
                </a:solidFill>
              </a:rPr>
              <a:t>    Berkeley CA 94710</a:t>
            </a:r>
            <a:br>
              <a:rPr lang="en-US" sz="3200" baseline="0" dirty="0">
                <a:solidFill>
                  <a:schemeClr val="bg1"/>
                </a:solidFill>
              </a:rPr>
            </a:br>
            <a:r>
              <a:rPr lang="en-US" sz="3200" baseline="0" dirty="0">
                <a:solidFill>
                  <a:schemeClr val="bg1"/>
                </a:solidFill>
              </a:rPr>
              <a:t>    </a:t>
            </a:r>
            <a:r>
              <a:rPr lang="en-US" sz="3200" b="1" baseline="0" dirty="0">
                <a:solidFill>
                  <a:srgbClr val="FFFF00"/>
                </a:solidFill>
              </a:rPr>
              <a:t>posterpresenter@gmail.com</a:t>
            </a:r>
            <a:endParaRPr lang="en-US" sz="3600" b="1" dirty="0">
              <a:solidFill>
                <a:srgbClr val="FFFF00"/>
              </a:solidFill>
            </a:endParaRPr>
          </a:p>
        </p:txBody>
      </p:sp>
      <p:grpSp>
        <p:nvGrpSpPr>
          <p:cNvPr id="33" name="Group 32"/>
          <p:cNvGrpSpPr/>
          <p:nvPr/>
        </p:nvGrpSpPr>
        <p:grpSpPr>
          <a:xfrm>
            <a:off x="-10239857" y="31696514"/>
            <a:ext cx="9771398" cy="1090621"/>
            <a:chOff x="44242388" y="28054064"/>
            <a:chExt cx="9771398" cy="1090621"/>
          </a:xfrm>
        </p:grpSpPr>
        <p:sp>
          <p:nvSpPr>
            <p:cNvPr id="34" name="Rounded Rectangle 33"/>
            <p:cNvSpPr/>
            <p:nvPr userDrawn="1"/>
          </p:nvSpPr>
          <p:spPr>
            <a:xfrm>
              <a:off x="44242388" y="28054064"/>
              <a:ext cx="9771397" cy="1090621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5" name="Picture 7" descr="http://t2.gstatic.com/images?q=tbn:ANd9GcR4APHC6TT9w54M2zn_pvCiBxUNcspYPoVxirLRphBoJabfSvu7zw">
              <a:hlinkClick r:id="rId5"/>
            </p:cNvPr>
            <p:cNvPicPr>
              <a:picLocks noChangeAspect="1" noChangeArrowheads="1"/>
            </p:cNvPicPr>
            <p:nvPr userDrawn="1"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44341112" y="28126635"/>
              <a:ext cx="914400" cy="914400"/>
            </a:xfrm>
            <a:prstGeom prst="rect">
              <a:avLst/>
            </a:prstGeom>
            <a:noFill/>
          </p:spPr>
        </p:pic>
        <p:sp>
          <p:nvSpPr>
            <p:cNvPr id="36" name="TextBox 35"/>
            <p:cNvSpPr txBox="1"/>
            <p:nvPr userDrawn="1"/>
          </p:nvSpPr>
          <p:spPr>
            <a:xfrm>
              <a:off x="45342598" y="28154090"/>
              <a:ext cx="8671188" cy="8925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600" dirty="0">
                  <a:solidFill>
                    <a:schemeClr val="tx2"/>
                  </a:solidFill>
                  <a:latin typeface="Trebuchet MS" pitchFamily="34" charset="0"/>
                </a:rPr>
                <a:t>Student</a:t>
              </a:r>
              <a:r>
                <a:rPr lang="en-US" sz="2600" baseline="0" dirty="0">
                  <a:solidFill>
                    <a:schemeClr val="tx2"/>
                  </a:solidFill>
                  <a:latin typeface="Trebuchet MS" pitchFamily="34" charset="0"/>
                </a:rPr>
                <a:t> discounts are available on our </a:t>
              </a:r>
              <a:r>
                <a:rPr lang="en-US" sz="2600" baseline="0" dirty="0" err="1">
                  <a:solidFill>
                    <a:schemeClr val="tx2"/>
                  </a:solidFill>
                  <a:latin typeface="Trebuchet MS" pitchFamily="34" charset="0"/>
                </a:rPr>
                <a:t>Facebook</a:t>
              </a:r>
              <a:r>
                <a:rPr lang="en-US" sz="2600" baseline="0" dirty="0">
                  <a:solidFill>
                    <a:schemeClr val="tx2"/>
                  </a:solidFill>
                  <a:latin typeface="Trebuchet MS" pitchFamily="34" charset="0"/>
                </a:rPr>
                <a:t> page.</a:t>
              </a:r>
              <a:br>
                <a:rPr lang="en-US" sz="2600" baseline="0" dirty="0">
                  <a:solidFill>
                    <a:schemeClr val="tx2"/>
                  </a:solidFill>
                  <a:latin typeface="Trebuchet MS" pitchFamily="34" charset="0"/>
                </a:rPr>
              </a:br>
              <a:r>
                <a:rPr lang="en-US" sz="2600" baseline="0" dirty="0">
                  <a:solidFill>
                    <a:schemeClr val="tx2"/>
                  </a:solidFill>
                  <a:latin typeface="Trebuchet MS" pitchFamily="34" charset="0"/>
                </a:rPr>
                <a:t>Go to </a:t>
              </a:r>
              <a:r>
                <a:rPr lang="en-US" sz="2600" u="sng" baseline="0" dirty="0">
                  <a:solidFill>
                    <a:schemeClr val="tx2"/>
                  </a:solidFill>
                  <a:latin typeface="Trebuchet MS" pitchFamily="34" charset="0"/>
                </a:rPr>
                <a:t>PosterPresentations.com</a:t>
              </a:r>
              <a:r>
                <a:rPr lang="en-US" sz="2600" baseline="0" dirty="0">
                  <a:solidFill>
                    <a:schemeClr val="tx2"/>
                  </a:solidFill>
                  <a:latin typeface="Trebuchet MS" pitchFamily="34" charset="0"/>
                </a:rPr>
                <a:t> and click on the FB icon. </a:t>
              </a:r>
              <a:endParaRPr lang="en-US" sz="2600" dirty="0">
                <a:solidFill>
                  <a:schemeClr val="tx2"/>
                </a:solidFill>
                <a:latin typeface="Trebuchet MS" pitchFamily="34" charset="0"/>
              </a:endParaRPr>
            </a:p>
          </p:txBody>
        </p:sp>
      </p:grpSp>
      <p:cxnSp>
        <p:nvCxnSpPr>
          <p:cNvPr id="37" name="Straight Connector 36"/>
          <p:cNvCxnSpPr/>
          <p:nvPr/>
        </p:nvCxnSpPr>
        <p:spPr>
          <a:xfrm>
            <a:off x="44222126" y="30500133"/>
            <a:ext cx="10050462" cy="158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>
            <a:off x="-10370486" y="11582400"/>
            <a:ext cx="10018560" cy="1607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>
            <a:off x="44254028" y="4841856"/>
            <a:ext cx="10018560" cy="1607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</p:sldLayoutIdLst>
  <p:txStyles>
    <p:titleStyle>
      <a:lvl1pPr algn="ctr" defTabSz="4388900" rtl="0" eaLnBrk="1" latinLnBrk="0" hangingPunct="1">
        <a:spcBef>
          <a:spcPct val="0"/>
        </a:spcBef>
        <a:buNone/>
        <a:defRPr sz="8800" kern="1200">
          <a:solidFill>
            <a:schemeClr val="bg1"/>
          </a:solidFill>
          <a:latin typeface="Trebuchet MS" pitchFamily="34" charset="0"/>
          <a:ea typeface="+mj-ea"/>
          <a:cs typeface="+mj-cs"/>
        </a:defRPr>
      </a:lvl1pPr>
    </p:titleStyle>
    <p:bodyStyle>
      <a:lvl1pPr marL="1645838" indent="-1645838" algn="l" defTabSz="4388900" rtl="0" eaLnBrk="1" latinLnBrk="0" hangingPunct="1">
        <a:spcBef>
          <a:spcPct val="20000"/>
        </a:spcBef>
        <a:buFont typeface="Arial" pitchFamily="34" charset="0"/>
        <a:buChar char="•"/>
        <a:defRPr sz="15400" kern="1200">
          <a:solidFill>
            <a:schemeClr val="tx1"/>
          </a:solidFill>
          <a:latin typeface="+mn-lt"/>
          <a:ea typeface="+mn-ea"/>
          <a:cs typeface="+mn-cs"/>
        </a:defRPr>
      </a:lvl1pPr>
      <a:lvl2pPr marL="3565982" indent="-1371531" algn="l" defTabSz="4388900" rtl="0" eaLnBrk="1" latinLnBrk="0" hangingPunct="1">
        <a:spcBef>
          <a:spcPct val="20000"/>
        </a:spcBef>
        <a:buFont typeface="Arial" pitchFamily="34" charset="0"/>
        <a:buChar char="–"/>
        <a:defRPr sz="13500" kern="1200">
          <a:solidFill>
            <a:schemeClr val="tx1"/>
          </a:solidFill>
          <a:latin typeface="+mn-lt"/>
          <a:ea typeface="+mn-ea"/>
          <a:cs typeface="+mn-cs"/>
        </a:defRPr>
      </a:lvl2pPr>
      <a:lvl3pPr marL="5486126" indent="-1097226" algn="l" defTabSz="4388900" rtl="0" eaLnBrk="1" latinLnBrk="0" hangingPunct="1">
        <a:spcBef>
          <a:spcPct val="20000"/>
        </a:spcBef>
        <a:buFont typeface="Arial" pitchFamily="34" charset="0"/>
        <a:buChar char="•"/>
        <a:defRPr sz="11600" kern="1200">
          <a:solidFill>
            <a:schemeClr val="tx1"/>
          </a:solidFill>
          <a:latin typeface="+mn-lt"/>
          <a:ea typeface="+mn-ea"/>
          <a:cs typeface="+mn-cs"/>
        </a:defRPr>
      </a:lvl3pPr>
      <a:lvl4pPr marL="7680577" indent="-1097226" algn="l" defTabSz="4388900" rtl="0" eaLnBrk="1" latinLnBrk="0" hangingPunct="1">
        <a:spcBef>
          <a:spcPct val="20000"/>
        </a:spcBef>
        <a:buFont typeface="Arial" pitchFamily="34" charset="0"/>
        <a:buChar char="–"/>
        <a:defRPr sz="9600" kern="1200">
          <a:solidFill>
            <a:schemeClr val="tx1"/>
          </a:solidFill>
          <a:latin typeface="+mn-lt"/>
          <a:ea typeface="+mn-ea"/>
          <a:cs typeface="+mn-cs"/>
        </a:defRPr>
      </a:lvl4pPr>
      <a:lvl5pPr marL="9875026" indent="-1097226" algn="l" defTabSz="4388900" rtl="0" eaLnBrk="1" latinLnBrk="0" hangingPunct="1">
        <a:spcBef>
          <a:spcPct val="20000"/>
        </a:spcBef>
        <a:buFont typeface="Arial" pitchFamily="34" charset="0"/>
        <a:buChar char="»"/>
        <a:defRPr sz="9600" kern="1200">
          <a:solidFill>
            <a:schemeClr val="tx1"/>
          </a:solidFill>
          <a:latin typeface="+mn-lt"/>
          <a:ea typeface="+mn-ea"/>
          <a:cs typeface="+mn-cs"/>
        </a:defRPr>
      </a:lvl5pPr>
      <a:lvl6pPr marL="12069477" indent="-1097226" algn="l" defTabSz="4388900" rtl="0" eaLnBrk="1" latinLnBrk="0" hangingPunct="1">
        <a:spcBef>
          <a:spcPct val="20000"/>
        </a:spcBef>
        <a:buFont typeface="Arial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6pPr>
      <a:lvl7pPr marL="14263926" indent="-1097226" algn="l" defTabSz="4388900" rtl="0" eaLnBrk="1" latinLnBrk="0" hangingPunct="1">
        <a:spcBef>
          <a:spcPct val="20000"/>
        </a:spcBef>
        <a:buFont typeface="Arial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7pPr>
      <a:lvl8pPr marL="16458377" indent="-1097226" algn="l" defTabSz="4388900" rtl="0" eaLnBrk="1" latinLnBrk="0" hangingPunct="1">
        <a:spcBef>
          <a:spcPct val="20000"/>
        </a:spcBef>
        <a:buFont typeface="Arial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8pPr>
      <a:lvl9pPr marL="18652827" indent="-1097226" algn="l" defTabSz="4388900" rtl="0" eaLnBrk="1" latinLnBrk="0" hangingPunct="1">
        <a:spcBef>
          <a:spcPct val="20000"/>
        </a:spcBef>
        <a:buFont typeface="Arial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38890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1pPr>
      <a:lvl2pPr marL="2194451" algn="l" defTabSz="438890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2pPr>
      <a:lvl3pPr marL="4388900" algn="l" defTabSz="438890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3pPr>
      <a:lvl4pPr marL="6583351" algn="l" defTabSz="438890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4pPr>
      <a:lvl5pPr marL="8777801" algn="l" defTabSz="438890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252" algn="l" defTabSz="438890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6pPr>
      <a:lvl7pPr marL="13166703" algn="l" defTabSz="438890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7pPr>
      <a:lvl8pPr marL="15361152" algn="l" defTabSz="438890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8pPr>
      <a:lvl9pPr marL="17555603" algn="l" defTabSz="438890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6"/>
          <p:cNvSpPr>
            <a:spLocks noChangeArrowheads="1"/>
          </p:cNvSpPr>
          <p:nvPr/>
        </p:nvSpPr>
        <p:spPr bwMode="auto">
          <a:xfrm>
            <a:off x="0" y="0"/>
            <a:ext cx="43891200" cy="48006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1436" tIns="45717" rIns="91436" bIns="45717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8" name="Rectangle 33"/>
          <p:cNvSpPr>
            <a:spLocks noChangeArrowheads="1"/>
          </p:cNvSpPr>
          <p:nvPr/>
        </p:nvSpPr>
        <p:spPr bwMode="auto">
          <a:xfrm>
            <a:off x="914400" y="5257800"/>
            <a:ext cx="10058400" cy="26746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lIns="91436" tIns="45717" rIns="91436" bIns="45717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9" name="Rectangle 9"/>
          <p:cNvSpPr>
            <a:spLocks noChangeArrowheads="1"/>
          </p:cNvSpPr>
          <p:nvPr/>
        </p:nvSpPr>
        <p:spPr bwMode="auto">
          <a:xfrm>
            <a:off x="0" y="4805363"/>
            <a:ext cx="43891200" cy="152400"/>
          </a:xfrm>
          <a:prstGeom prst="rect">
            <a:avLst/>
          </a:prstGeom>
          <a:solidFill>
            <a:schemeClr val="accent5">
              <a:lumMod val="50000"/>
            </a:schemeClr>
          </a:solidFill>
          <a:ln w="152400">
            <a:noFill/>
            <a:miter lim="800000"/>
            <a:headEnd/>
            <a:tailEnd/>
          </a:ln>
          <a:effectLst/>
        </p:spPr>
        <p:txBody>
          <a:bodyPr wrap="none" lIns="91436" tIns="45717" rIns="91436" bIns="45717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0" name="Text Box 14"/>
          <p:cNvSpPr txBox="1">
            <a:spLocks noChangeArrowheads="1"/>
          </p:cNvSpPr>
          <p:nvPr/>
        </p:nvSpPr>
        <p:spPr bwMode="auto">
          <a:xfrm>
            <a:off x="819153" y="32232601"/>
            <a:ext cx="2514600" cy="3368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263" tIns="45623" rIns="91263" bIns="45623">
            <a:spAutoFit/>
          </a:bodyPr>
          <a:lstStyle/>
          <a:p>
            <a:pPr eaLnBrk="0" hangingPunct="0">
              <a:lnSpc>
                <a:spcPct val="65000"/>
              </a:lnSpc>
              <a:spcBef>
                <a:spcPct val="50000"/>
              </a:spcBef>
              <a:defRPr/>
            </a:pPr>
            <a:r>
              <a:rPr lang="en-US" sz="500" b="1" dirty="0">
                <a:solidFill>
                  <a:schemeClr val="bg1">
                    <a:lumMod val="75000"/>
                  </a:schemeClr>
                </a:solidFill>
                <a:latin typeface="Arial" charset="0"/>
              </a:rPr>
              <a:t>RESEARCH POSTER PRESENTATION DESIGN © 2011</a:t>
            </a:r>
          </a:p>
          <a:p>
            <a:pPr eaLnBrk="0" hangingPunct="0">
              <a:lnSpc>
                <a:spcPct val="65000"/>
              </a:lnSpc>
              <a:spcBef>
                <a:spcPct val="50000"/>
              </a:spcBef>
              <a:defRPr/>
            </a:pPr>
            <a:r>
              <a:rPr lang="en-US" sz="1100" b="1" dirty="0">
                <a:solidFill>
                  <a:schemeClr val="bg1">
                    <a:lumMod val="75000"/>
                  </a:schemeClr>
                </a:solidFill>
                <a:latin typeface="Arial" charset="0"/>
              </a:rPr>
              <a:t>www.PosterPresentations.com</a:t>
            </a:r>
          </a:p>
        </p:txBody>
      </p:sp>
      <p:sp>
        <p:nvSpPr>
          <p:cNvPr id="15" name="Rectangle 35"/>
          <p:cNvSpPr>
            <a:spLocks noChangeArrowheads="1"/>
          </p:cNvSpPr>
          <p:nvPr/>
        </p:nvSpPr>
        <p:spPr bwMode="auto">
          <a:xfrm>
            <a:off x="32918400" y="5257800"/>
            <a:ext cx="10058400" cy="26746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lIns="91436" tIns="45717" rIns="91436" bIns="45717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6" name="Rectangle 33"/>
          <p:cNvSpPr>
            <a:spLocks noChangeArrowheads="1"/>
          </p:cNvSpPr>
          <p:nvPr/>
        </p:nvSpPr>
        <p:spPr bwMode="auto">
          <a:xfrm>
            <a:off x="11582402" y="5257800"/>
            <a:ext cx="20724813" cy="26746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lIns="91436" tIns="45717" rIns="91436" bIns="45717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7" name="Rectangle 26"/>
          <p:cNvSpPr/>
          <p:nvPr/>
        </p:nvSpPr>
        <p:spPr>
          <a:xfrm>
            <a:off x="44222126" y="0"/>
            <a:ext cx="10050462" cy="329184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72" tIns="365741" rIns="182872" bIns="182872" rtlCol="0" anchor="t" anchorCtr="0"/>
          <a:lstStyle/>
          <a:p>
            <a:pPr algn="ctr"/>
            <a:r>
              <a:rPr lang="en-US" sz="4000" b="1" dirty="0">
                <a:solidFill>
                  <a:schemeClr val="bg1"/>
                </a:solidFill>
                <a:latin typeface="Trebuchet MS" pitchFamily="34" charset="0"/>
              </a:rPr>
              <a:t>QUICK</a:t>
            </a:r>
            <a:r>
              <a:rPr lang="en-US" sz="4000" b="1" baseline="0" dirty="0">
                <a:solidFill>
                  <a:schemeClr val="bg1"/>
                </a:solidFill>
                <a:latin typeface="Trebuchet MS" pitchFamily="34" charset="0"/>
              </a:rPr>
              <a:t> TIPS</a:t>
            </a:r>
            <a:endParaRPr lang="en-US" sz="4000" b="1" dirty="0">
              <a:solidFill>
                <a:schemeClr val="bg1"/>
              </a:solidFill>
              <a:latin typeface="Trebuchet MS" pitchFamily="34" charset="0"/>
            </a:endParaRPr>
          </a:p>
          <a:p>
            <a:pPr algn="ctr"/>
            <a:r>
              <a:rPr lang="en-US" sz="4000" b="1" dirty="0">
                <a:solidFill>
                  <a:srgbClr val="FFFF00"/>
                </a:solidFill>
                <a:latin typeface="Trebuchet MS" pitchFamily="34" charset="0"/>
              </a:rPr>
              <a:t>(--THIS SECTION DOES NOT PRINT--)</a:t>
            </a:r>
          </a:p>
          <a:p>
            <a:pPr algn="ctr"/>
            <a:endParaRPr lang="en-US" sz="3200" b="1" dirty="0">
              <a:latin typeface="Trebuchet MS" pitchFamily="34" charset="0"/>
            </a:endParaRPr>
          </a:p>
          <a:p>
            <a:pPr defTabSz="3134780"/>
            <a:r>
              <a:rPr lang="en-US" sz="3200" dirty="0">
                <a:latin typeface="Trebuchet MS" pitchFamily="34" charset="0"/>
              </a:rPr>
              <a:t>This PowerPoint</a:t>
            </a:r>
            <a:r>
              <a:rPr lang="en-US" sz="3200" baseline="0" dirty="0">
                <a:latin typeface="Trebuchet MS" pitchFamily="34" charset="0"/>
              </a:rPr>
              <a:t> template requires basic PowerPoint (version 2007 or newer) skills. Below is a list of commonly asked questions specific to this template. </a:t>
            </a:r>
            <a:br>
              <a:rPr lang="en-US" sz="3200" baseline="0" dirty="0">
                <a:latin typeface="Trebuchet MS" pitchFamily="34" charset="0"/>
              </a:rPr>
            </a:br>
            <a:r>
              <a:rPr lang="en-US" sz="3200" baseline="0" dirty="0">
                <a:latin typeface="Trebuchet MS" pitchFamily="34" charset="0"/>
              </a:rPr>
              <a:t>If you are using an older version of PowerPoint some template features may not work properly.</a:t>
            </a:r>
            <a:endParaRPr lang="en-US" sz="4000" b="1" dirty="0">
              <a:solidFill>
                <a:srgbClr val="FFFF00"/>
              </a:solidFill>
              <a:latin typeface="Trebuchet MS" pitchFamily="34" charset="0"/>
            </a:endParaRPr>
          </a:p>
          <a:p>
            <a:pPr defTabSz="3134780"/>
            <a:endParaRPr lang="en-US" sz="4000" b="1" dirty="0">
              <a:solidFill>
                <a:srgbClr val="FFFF00"/>
              </a:solidFill>
              <a:latin typeface="Trebuchet MS" pitchFamily="34" charset="0"/>
            </a:endParaRPr>
          </a:p>
          <a:p>
            <a:pPr algn="ctr"/>
            <a:r>
              <a:rPr lang="en-US" sz="4000" b="1" dirty="0">
                <a:solidFill>
                  <a:schemeClr val="bg1"/>
                </a:solidFill>
                <a:latin typeface="Trebuchet MS" pitchFamily="34" charset="0"/>
              </a:rPr>
              <a:t>Using the template</a:t>
            </a:r>
            <a:endParaRPr lang="en-US" sz="4000" b="1" baseline="0" dirty="0">
              <a:solidFill>
                <a:schemeClr val="bg1"/>
              </a:solidFill>
              <a:latin typeface="Trebuchet MS" pitchFamily="34" charset="0"/>
            </a:endParaRPr>
          </a:p>
          <a:p>
            <a:pPr algn="ctr"/>
            <a:endParaRPr lang="en-US" sz="3200" b="1" dirty="0">
              <a:solidFill>
                <a:srgbClr val="FFFF00"/>
              </a:solidFill>
              <a:latin typeface="Trebuchet MS" pitchFamily="34" charset="0"/>
            </a:endParaRPr>
          </a:p>
          <a:p>
            <a:pPr marL="0" marR="0" indent="0" algn="l" defTabSz="31347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b="1" dirty="0">
                <a:solidFill>
                  <a:srgbClr val="FFFF00"/>
                </a:solidFill>
                <a:latin typeface="Trebuchet MS" pitchFamily="34" charset="0"/>
              </a:rPr>
              <a:t>Verifying the quality of your graphics</a:t>
            </a:r>
          </a:p>
          <a:p>
            <a:pPr defTabSz="3134780"/>
            <a:r>
              <a:rPr lang="en-US" sz="3200" dirty="0">
                <a:latin typeface="Trebuchet MS" pitchFamily="34" charset="0"/>
              </a:rPr>
              <a:t>Go to the </a:t>
            </a:r>
            <a:r>
              <a:rPr lang="en-US" sz="3200" baseline="0" dirty="0">
                <a:latin typeface="Trebuchet MS" pitchFamily="34" charset="0"/>
              </a:rPr>
              <a:t>VIEW menu and click on ZOOM to set your preferred magnification. This template is at 100% the size of the final poster. All text and graphics will be printed at 100% their size. To see what your poster will look like when printed, set the zoom to 100% and evaluate the quality of all your graphics before you submit your poster for printing.</a:t>
            </a:r>
            <a:br>
              <a:rPr lang="en-US" sz="3200" baseline="0" dirty="0">
                <a:latin typeface="Trebuchet MS" pitchFamily="34" charset="0"/>
              </a:rPr>
            </a:br>
            <a:endParaRPr lang="en-US" sz="3200" baseline="0" dirty="0">
              <a:latin typeface="Trebuchet MS" pitchFamily="34" charset="0"/>
            </a:endParaRPr>
          </a:p>
          <a:p>
            <a:pPr defTabSz="3134780"/>
            <a:r>
              <a:rPr lang="en-US" sz="3200" b="1" dirty="0">
                <a:solidFill>
                  <a:srgbClr val="FFFF00"/>
                </a:solidFill>
                <a:latin typeface="Trebuchet MS" pitchFamily="34" charset="0"/>
              </a:rPr>
              <a:t>Using the placeholders</a:t>
            </a:r>
          </a:p>
          <a:p>
            <a:pPr defTabSz="3134780"/>
            <a:r>
              <a:rPr lang="en-US" sz="3200" baseline="0" dirty="0">
                <a:latin typeface="Trebuchet MS" pitchFamily="34" charset="0"/>
              </a:rPr>
              <a:t>To add text to this template click inside a placeholder and type in or paste your text. To move a placeholder, click on it </a:t>
            </a:r>
            <a:r>
              <a:rPr lang="en-US" sz="3200" u="sng" baseline="0" dirty="0">
                <a:latin typeface="Trebuchet MS" pitchFamily="34" charset="0"/>
              </a:rPr>
              <a:t>once</a:t>
            </a:r>
            <a:r>
              <a:rPr lang="en-US" sz="3200" baseline="0" dirty="0">
                <a:latin typeface="Trebuchet MS" pitchFamily="34" charset="0"/>
              </a:rPr>
              <a:t> (to select it), place your cursor on its frame and your cursor will change to this symbol:         Then, click </a:t>
            </a:r>
            <a:r>
              <a:rPr lang="en-US" sz="3200" u="sng" baseline="0" dirty="0">
                <a:latin typeface="Trebuchet MS" pitchFamily="34" charset="0"/>
              </a:rPr>
              <a:t>once</a:t>
            </a:r>
            <a:r>
              <a:rPr lang="en-US" sz="3200" baseline="0" dirty="0">
                <a:latin typeface="Trebuchet MS" pitchFamily="34" charset="0"/>
              </a:rPr>
              <a:t> and drag it to its new location where you can resize it as needed. Additional placeholders can be found on the left side of this template.</a:t>
            </a:r>
          </a:p>
          <a:p>
            <a:pPr defTabSz="3134780"/>
            <a:endParaRPr lang="en-US" sz="3200" b="1" baseline="0" dirty="0">
              <a:solidFill>
                <a:srgbClr val="FFFF00"/>
              </a:solidFill>
              <a:latin typeface="Trebuchet MS" pitchFamily="34" charset="0"/>
            </a:endParaRPr>
          </a:p>
          <a:p>
            <a:pPr defTabSz="3134780"/>
            <a:r>
              <a:rPr lang="en-US" sz="3200" b="1" baseline="0" dirty="0">
                <a:solidFill>
                  <a:srgbClr val="FFFF00"/>
                </a:solidFill>
                <a:latin typeface="Trebuchet MS" pitchFamily="34" charset="0"/>
              </a:rPr>
              <a:t>Modifying the layout</a:t>
            </a:r>
          </a:p>
          <a:p>
            <a:pPr defTabSz="3134780"/>
            <a:r>
              <a:rPr lang="en-US" sz="3200" dirty="0">
                <a:latin typeface="Trebuchet MS" pitchFamily="34" charset="0"/>
              </a:rPr>
              <a:t>This template has four</a:t>
            </a:r>
            <a:endParaRPr lang="en-US" sz="3200" baseline="0" dirty="0">
              <a:latin typeface="Trebuchet MS" pitchFamily="34" charset="0"/>
            </a:endParaRPr>
          </a:p>
          <a:p>
            <a:pPr defTabSz="3134780"/>
            <a:r>
              <a:rPr lang="en-US" sz="3200" baseline="0" dirty="0">
                <a:latin typeface="Trebuchet MS" pitchFamily="34" charset="0"/>
              </a:rPr>
              <a:t>different column layouts. </a:t>
            </a:r>
          </a:p>
          <a:p>
            <a:pPr defTabSz="3134780"/>
            <a:r>
              <a:rPr lang="en-US" sz="3200" u="sng" baseline="0" dirty="0">
                <a:latin typeface="Trebuchet MS" pitchFamily="34" charset="0"/>
              </a:rPr>
              <a:t>Right-click</a:t>
            </a:r>
            <a:r>
              <a:rPr lang="en-US" sz="3200" baseline="0" dirty="0">
                <a:latin typeface="Trebuchet MS" pitchFamily="34" charset="0"/>
              </a:rPr>
              <a:t> your mouse</a:t>
            </a:r>
          </a:p>
          <a:p>
            <a:pPr defTabSz="3134780"/>
            <a:r>
              <a:rPr lang="en-US" sz="3200" baseline="0" dirty="0">
                <a:latin typeface="Trebuchet MS" pitchFamily="34" charset="0"/>
              </a:rPr>
              <a:t>on the background and </a:t>
            </a:r>
          </a:p>
          <a:p>
            <a:pPr defTabSz="3134780"/>
            <a:r>
              <a:rPr lang="en-US" sz="3200" baseline="0" dirty="0">
                <a:latin typeface="Trebuchet MS" pitchFamily="34" charset="0"/>
              </a:rPr>
              <a:t>click on “Layout” to see </a:t>
            </a:r>
          </a:p>
          <a:p>
            <a:pPr defTabSz="3134780"/>
            <a:r>
              <a:rPr lang="en-US" sz="3200" baseline="0" dirty="0">
                <a:latin typeface="Trebuchet MS" pitchFamily="34" charset="0"/>
              </a:rPr>
              <a:t>the layout options.</a:t>
            </a:r>
            <a:endParaRPr lang="en-US" sz="3200" dirty="0">
              <a:latin typeface="Trebuchet MS" pitchFamily="34" charset="0"/>
            </a:endParaRPr>
          </a:p>
          <a:p>
            <a:pPr marL="0" marR="0" indent="0" algn="l" defTabSz="31347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baseline="0" dirty="0">
                <a:latin typeface="Trebuchet MS" pitchFamily="34" charset="0"/>
              </a:rPr>
              <a:t>The columns in the provided layouts are fixed and cannot be moved but advanced users can modify any layout by going to VIEW and then SLIDE MASTER.</a:t>
            </a:r>
          </a:p>
          <a:p>
            <a:pPr marL="0" marR="0" indent="0" algn="l" defTabSz="31347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3200" baseline="0" dirty="0">
              <a:latin typeface="Trebuchet MS" pitchFamily="34" charset="0"/>
            </a:endParaRPr>
          </a:p>
          <a:p>
            <a:pPr defTabSz="3134780"/>
            <a:r>
              <a:rPr lang="en-US" sz="3200" b="1" baseline="0" dirty="0">
                <a:solidFill>
                  <a:srgbClr val="FFFF00"/>
                </a:solidFill>
                <a:latin typeface="Trebuchet MS" pitchFamily="34" charset="0"/>
              </a:rPr>
              <a:t>Importing text and graphics from external sources</a:t>
            </a:r>
          </a:p>
          <a:p>
            <a:pPr defTabSz="3134780"/>
            <a:r>
              <a:rPr lang="en-US" sz="3200" b="1" u="sng" baseline="0" dirty="0">
                <a:latin typeface="Trebuchet MS" pitchFamily="34" charset="0"/>
              </a:rPr>
              <a:t>TEXT: </a:t>
            </a:r>
            <a:r>
              <a:rPr lang="en-US" sz="3200" baseline="0" dirty="0">
                <a:latin typeface="Trebuchet MS" pitchFamily="34" charset="0"/>
              </a:rPr>
              <a:t>Paste or type your text into a pre-existing placeholder or drag in a new placeholder from the left side of the template. Move it anywhere as needed.</a:t>
            </a:r>
          </a:p>
          <a:p>
            <a:pPr defTabSz="3134780"/>
            <a:r>
              <a:rPr lang="en-US" sz="3200" b="1" u="sng" baseline="0" dirty="0">
                <a:latin typeface="Trebuchet MS" pitchFamily="34" charset="0"/>
              </a:rPr>
              <a:t>PHOTOS: </a:t>
            </a:r>
            <a:r>
              <a:rPr lang="en-US" sz="3200" baseline="0" dirty="0">
                <a:latin typeface="Trebuchet MS" pitchFamily="34" charset="0"/>
              </a:rPr>
              <a:t>Drag in a picture placeholder, size it </a:t>
            </a:r>
            <a:r>
              <a:rPr lang="en-US" sz="3200" u="sng" baseline="0" dirty="0">
                <a:latin typeface="Trebuchet MS" pitchFamily="34" charset="0"/>
              </a:rPr>
              <a:t>first</a:t>
            </a:r>
            <a:r>
              <a:rPr lang="en-US" sz="3200" baseline="0" dirty="0">
                <a:latin typeface="Trebuchet MS" pitchFamily="34" charset="0"/>
              </a:rPr>
              <a:t>, click in it and insert a photo from the menu.</a:t>
            </a:r>
          </a:p>
          <a:p>
            <a:pPr defTabSz="3134780"/>
            <a:r>
              <a:rPr lang="en-US" sz="3200" b="1" u="sng" baseline="0" dirty="0">
                <a:latin typeface="Trebuchet MS" pitchFamily="34" charset="0"/>
              </a:rPr>
              <a:t>TABLES: </a:t>
            </a:r>
            <a:r>
              <a:rPr lang="en-US" sz="3200" baseline="0" dirty="0">
                <a:latin typeface="Trebuchet MS" pitchFamily="34" charset="0"/>
              </a:rPr>
              <a:t>You can copy and paste a table from an external document onto this poster template. To adjust  the way the text fits within the cells of a table that has been pasted, </a:t>
            </a:r>
            <a:r>
              <a:rPr lang="en-US" sz="3200" u="sng" baseline="0" dirty="0">
                <a:latin typeface="Trebuchet MS" pitchFamily="34" charset="0"/>
              </a:rPr>
              <a:t>right-click</a:t>
            </a:r>
            <a:r>
              <a:rPr lang="en-US" sz="3200" baseline="0" dirty="0">
                <a:latin typeface="Trebuchet MS" pitchFamily="34" charset="0"/>
              </a:rPr>
              <a:t> on the table, click FORMAT SHAPE  then click on TEXT BOX and change the INTERNAL MARGIN values to 0.25</a:t>
            </a:r>
          </a:p>
          <a:p>
            <a:pPr defTabSz="3134780"/>
            <a:endParaRPr lang="en-US" sz="3200" baseline="0" dirty="0">
              <a:latin typeface="Trebuchet MS" pitchFamily="34" charset="0"/>
            </a:endParaRPr>
          </a:p>
          <a:p>
            <a:pPr defTabSz="3134780"/>
            <a:r>
              <a:rPr lang="en-US" sz="3200" b="1" baseline="0" dirty="0">
                <a:solidFill>
                  <a:srgbClr val="FFFF00"/>
                </a:solidFill>
                <a:latin typeface="Trebuchet MS" pitchFamily="34" charset="0"/>
              </a:rPr>
              <a:t>Modifying the color scheme</a:t>
            </a:r>
          </a:p>
          <a:p>
            <a:pPr defTabSz="3134780"/>
            <a:r>
              <a:rPr lang="en-US" sz="3200" baseline="0" dirty="0">
                <a:latin typeface="Trebuchet MS" pitchFamily="34" charset="0"/>
              </a:rPr>
              <a:t>To change the color scheme of this template go to the “Design” menu and click on “Colors”. You can choose from the provide color combinations or you can create your own.</a:t>
            </a:r>
          </a:p>
          <a:p>
            <a:pPr defTabSz="3134780"/>
            <a:endParaRPr lang="en-US" sz="3200" baseline="0" dirty="0">
              <a:latin typeface="Trebuchet MS" pitchFamily="34" charset="0"/>
            </a:endParaRPr>
          </a:p>
          <a:p>
            <a:pPr defTabSz="3134780"/>
            <a:endParaRPr lang="en-US" sz="3200" baseline="0" dirty="0">
              <a:latin typeface="Trebuchet MS" pitchFamily="34" charset="0"/>
            </a:endParaRPr>
          </a:p>
          <a:p>
            <a:pPr defTabSz="4389219"/>
            <a:endParaRPr lang="en-US" sz="2000" baseline="0" dirty="0">
              <a:latin typeface="Trebuchet MS" pitchFamily="34" charset="0"/>
            </a:endParaRPr>
          </a:p>
          <a:p>
            <a:pPr defTabSz="4389219"/>
            <a:endParaRPr lang="en-US" sz="2000" dirty="0">
              <a:latin typeface="Trebuchet MS" pitchFamily="34" charset="0"/>
            </a:endParaRPr>
          </a:p>
          <a:p>
            <a:pPr algn="ctr"/>
            <a:endParaRPr lang="en-US" sz="2000" b="1" dirty="0">
              <a:solidFill>
                <a:schemeClr val="bg1"/>
              </a:solidFill>
              <a:latin typeface="Trebuchet MS" pitchFamily="34" charset="0"/>
            </a:endParaRPr>
          </a:p>
          <a:p>
            <a:pPr defTabSz="4389219"/>
            <a:endParaRPr lang="en-US" sz="2000" b="1" dirty="0">
              <a:solidFill>
                <a:srgbClr val="FFFF00"/>
              </a:solidFill>
              <a:latin typeface="Trebuchet MS" pitchFamily="34" charset="0"/>
            </a:endParaRPr>
          </a:p>
          <a:p>
            <a:pPr algn="ctr"/>
            <a:endParaRPr lang="en-US" sz="3200" b="1" dirty="0">
              <a:latin typeface="Trebuchet MS" pitchFamily="34" charset="0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-10402388" y="-19596"/>
            <a:ext cx="10050462" cy="329184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72" tIns="365741" rIns="182872" bIns="182872" rtlCol="0" anchor="t" anchorCtr="0"/>
          <a:lstStyle/>
          <a:p>
            <a:pPr algn="ctr"/>
            <a:r>
              <a:rPr lang="en-US" sz="4400" b="1" dirty="0">
                <a:solidFill>
                  <a:schemeClr val="bg1"/>
                </a:solidFill>
                <a:latin typeface="Trebuchet MS" pitchFamily="34" charset="0"/>
              </a:rPr>
              <a:t>QUICK DESIGN</a:t>
            </a:r>
            <a:r>
              <a:rPr lang="en-US" sz="4400" b="1" baseline="0" dirty="0">
                <a:solidFill>
                  <a:schemeClr val="bg1"/>
                </a:solidFill>
                <a:latin typeface="Trebuchet MS" pitchFamily="34" charset="0"/>
              </a:rPr>
              <a:t> </a:t>
            </a:r>
            <a:r>
              <a:rPr lang="en-US" sz="4400" b="1" dirty="0">
                <a:solidFill>
                  <a:schemeClr val="bg1"/>
                </a:solidFill>
                <a:latin typeface="Trebuchet MS" pitchFamily="34" charset="0"/>
              </a:rPr>
              <a:t>GUIDE</a:t>
            </a:r>
          </a:p>
          <a:p>
            <a:pPr algn="ctr"/>
            <a:r>
              <a:rPr lang="en-US" sz="4000" b="1" dirty="0">
                <a:solidFill>
                  <a:srgbClr val="FFFF00"/>
                </a:solidFill>
                <a:latin typeface="Trebuchet MS" pitchFamily="34" charset="0"/>
              </a:rPr>
              <a:t>(--THIS SECTION DOES NOT PRINT--)</a:t>
            </a:r>
          </a:p>
          <a:p>
            <a:pPr algn="ctr"/>
            <a:endParaRPr lang="en-US" sz="3200" b="1" dirty="0">
              <a:latin typeface="Trebuchet MS" pitchFamily="34" charset="0"/>
            </a:endParaRPr>
          </a:p>
          <a:p>
            <a:pPr defTabSz="4389219"/>
            <a:r>
              <a:rPr lang="en-US" sz="3200" dirty="0">
                <a:latin typeface="Trebuchet MS" pitchFamily="34" charset="0"/>
              </a:rPr>
              <a:t>This PowerPoint</a:t>
            </a:r>
            <a:r>
              <a:rPr lang="en-US" sz="3200" baseline="0" dirty="0">
                <a:latin typeface="Trebuchet MS" pitchFamily="34" charset="0"/>
              </a:rPr>
              <a:t> </a:t>
            </a:r>
            <a:r>
              <a:rPr lang="en-US" sz="3200" dirty="0">
                <a:latin typeface="Trebuchet MS" pitchFamily="34" charset="0"/>
              </a:rPr>
              <a:t>2007 template produces</a:t>
            </a:r>
            <a:r>
              <a:rPr lang="en-US" sz="3200" baseline="0" dirty="0">
                <a:latin typeface="Trebuchet MS" pitchFamily="34" charset="0"/>
              </a:rPr>
              <a:t> </a:t>
            </a:r>
            <a:r>
              <a:rPr lang="en-US" sz="3200" dirty="0">
                <a:latin typeface="Trebuchet MS" pitchFamily="34" charset="0"/>
              </a:rPr>
              <a:t>a 36”x48” professional  poster. It</a:t>
            </a:r>
            <a:r>
              <a:rPr lang="en-US" sz="3200" baseline="0" dirty="0">
                <a:latin typeface="Trebuchet MS" pitchFamily="34" charset="0"/>
              </a:rPr>
              <a:t> </a:t>
            </a:r>
            <a:r>
              <a:rPr lang="en-US" sz="3200" dirty="0">
                <a:latin typeface="Trebuchet MS" pitchFamily="34" charset="0"/>
              </a:rPr>
              <a:t>will save you valuable time placing titles, subtitles,</a:t>
            </a:r>
            <a:r>
              <a:rPr lang="en-US" sz="3200" baseline="0" dirty="0">
                <a:latin typeface="Trebuchet MS" pitchFamily="34" charset="0"/>
              </a:rPr>
              <a:t> text, and graphics</a:t>
            </a:r>
            <a:r>
              <a:rPr lang="en-US" sz="3200" dirty="0">
                <a:latin typeface="Trebuchet MS" pitchFamily="34" charset="0"/>
              </a:rPr>
              <a:t>. </a:t>
            </a:r>
          </a:p>
          <a:p>
            <a:pPr defTabSz="4389219"/>
            <a:endParaRPr lang="en-US" sz="3200" dirty="0">
              <a:latin typeface="Trebuchet MS" pitchFamily="34" charset="0"/>
            </a:endParaRPr>
          </a:p>
          <a:p>
            <a:pPr defTabSz="4389219"/>
            <a:r>
              <a:rPr lang="en-US" sz="3200" dirty="0">
                <a:latin typeface="Trebuchet MS" pitchFamily="34" charset="0"/>
              </a:rPr>
              <a:t>Use it to create your presentation. Then send</a:t>
            </a:r>
            <a:r>
              <a:rPr lang="en-US" sz="3200" baseline="0" dirty="0">
                <a:latin typeface="Trebuchet MS" pitchFamily="34" charset="0"/>
              </a:rPr>
              <a:t> it </a:t>
            </a:r>
            <a:r>
              <a:rPr lang="en-US" sz="3200" dirty="0">
                <a:latin typeface="Trebuchet MS" pitchFamily="34" charset="0"/>
              </a:rPr>
              <a:t>to </a:t>
            </a:r>
            <a:r>
              <a:rPr lang="en-US" sz="3200" b="1" dirty="0">
                <a:latin typeface="Trebuchet MS" pitchFamily="34" charset="0"/>
              </a:rPr>
              <a:t>PosterPresentations.com</a:t>
            </a:r>
            <a:r>
              <a:rPr lang="en-US" sz="3200" dirty="0">
                <a:latin typeface="Trebuchet MS" pitchFamily="34" charset="0"/>
              </a:rPr>
              <a:t> for premium quality, same day affordable printing.</a:t>
            </a:r>
            <a:br>
              <a:rPr lang="en-US" sz="3200" dirty="0">
                <a:latin typeface="Trebuchet MS" pitchFamily="34" charset="0"/>
              </a:rPr>
            </a:br>
            <a:endParaRPr lang="en-US" sz="3200" dirty="0">
              <a:latin typeface="Trebuchet MS" pitchFamily="34" charset="0"/>
            </a:endParaRPr>
          </a:p>
          <a:p>
            <a:pPr defTabSz="4389219"/>
            <a:r>
              <a:rPr lang="en-US" sz="3200" dirty="0">
                <a:latin typeface="Trebuchet MS" pitchFamily="34" charset="0"/>
              </a:rPr>
              <a:t>We provide a series of </a:t>
            </a:r>
            <a:r>
              <a:rPr lang="en-US" sz="3200" b="1" dirty="0">
                <a:latin typeface="Trebuchet MS" pitchFamily="34" charset="0"/>
              </a:rPr>
              <a:t>online tutorials</a:t>
            </a:r>
            <a:r>
              <a:rPr lang="en-US" sz="3200" dirty="0">
                <a:latin typeface="Trebuchet MS" pitchFamily="34" charset="0"/>
              </a:rPr>
              <a:t> that will guide you through the poster design process and answer your poster production questions. </a:t>
            </a:r>
          </a:p>
          <a:p>
            <a:pPr defTabSz="4389219"/>
            <a:endParaRPr lang="en-US" sz="3200" dirty="0">
              <a:latin typeface="Trebuchet MS" pitchFamily="34" charset="0"/>
            </a:endParaRPr>
          </a:p>
          <a:p>
            <a:pPr defTabSz="4389219"/>
            <a:r>
              <a:rPr lang="en-US" sz="3200" dirty="0">
                <a:latin typeface="Trebuchet MS" pitchFamily="34" charset="0"/>
              </a:rPr>
              <a:t>View our online</a:t>
            </a:r>
            <a:r>
              <a:rPr lang="en-US" sz="3200" baseline="0" dirty="0">
                <a:latin typeface="Trebuchet MS" pitchFamily="34" charset="0"/>
              </a:rPr>
              <a:t> tutorials at:</a:t>
            </a:r>
            <a:br>
              <a:rPr lang="en-US" sz="3200" dirty="0">
                <a:latin typeface="Trebuchet MS" pitchFamily="34" charset="0"/>
              </a:rPr>
            </a:br>
            <a:r>
              <a:rPr lang="en-US" sz="3200" dirty="0">
                <a:solidFill>
                  <a:srgbClr val="FFFF00"/>
                </a:solidFill>
                <a:latin typeface="Trebuchet MS" pitchFamily="34" charset="0"/>
              </a:rPr>
              <a:t> http://bit.ly/Poster_creation_help </a:t>
            </a:r>
            <a:br>
              <a:rPr lang="en-US" sz="3200" dirty="0">
                <a:latin typeface="Trebuchet MS" pitchFamily="34" charset="0"/>
              </a:rPr>
            </a:br>
            <a:r>
              <a:rPr lang="en-US" sz="3200" dirty="0">
                <a:latin typeface="Trebuchet MS" pitchFamily="34" charset="0"/>
              </a:rPr>
              <a:t>(copy</a:t>
            </a:r>
            <a:r>
              <a:rPr lang="en-US" sz="3200" baseline="0" dirty="0">
                <a:latin typeface="Trebuchet MS" pitchFamily="34" charset="0"/>
              </a:rPr>
              <a:t> and paste the link into your web browser).</a:t>
            </a:r>
          </a:p>
          <a:p>
            <a:pPr defTabSz="4389219"/>
            <a:endParaRPr lang="en-US" sz="3200" dirty="0">
              <a:latin typeface="Trebuchet MS" pitchFamily="34" charset="0"/>
            </a:endParaRPr>
          </a:p>
          <a:p>
            <a:pPr defTabSz="4389219"/>
            <a:r>
              <a:rPr lang="en-US" sz="3200" dirty="0">
                <a:latin typeface="Trebuchet MS" pitchFamily="34" charset="0"/>
              </a:rPr>
              <a:t>For assistance and to order your printed poster</a:t>
            </a:r>
            <a:r>
              <a:rPr lang="en-US" sz="3200" dirty="0">
                <a:solidFill>
                  <a:schemeClr val="bg1"/>
                </a:solidFill>
                <a:latin typeface="Trebuchet MS" pitchFamily="34" charset="0"/>
              </a:rPr>
              <a:t> call </a:t>
            </a:r>
            <a:r>
              <a:rPr lang="en-US" sz="3200" b="1" dirty="0">
                <a:solidFill>
                  <a:srgbClr val="FFFF00"/>
                </a:solidFill>
                <a:latin typeface="Trebuchet MS" pitchFamily="34" charset="0"/>
              </a:rPr>
              <a:t>PosterPresentations.com</a:t>
            </a:r>
            <a:r>
              <a:rPr lang="en-US" sz="3200" dirty="0">
                <a:solidFill>
                  <a:srgbClr val="FFFF00"/>
                </a:solidFill>
                <a:latin typeface="Trebuchet MS" pitchFamily="34" charset="0"/>
              </a:rPr>
              <a:t> </a:t>
            </a:r>
            <a:r>
              <a:rPr lang="en-US" sz="3200" dirty="0">
                <a:latin typeface="Trebuchet MS" pitchFamily="34" charset="0"/>
              </a:rPr>
              <a:t>at </a:t>
            </a:r>
            <a:r>
              <a:rPr lang="en-US" sz="4000" b="1" dirty="0">
                <a:solidFill>
                  <a:srgbClr val="FFFF00"/>
                </a:solidFill>
                <a:latin typeface="Trebuchet MS" pitchFamily="34" charset="0"/>
              </a:rPr>
              <a:t>1.866.649.3004</a:t>
            </a:r>
          </a:p>
          <a:p>
            <a:pPr defTabSz="4389219"/>
            <a:endParaRPr lang="en-US" sz="4000" b="1" dirty="0">
              <a:solidFill>
                <a:srgbClr val="FFFF00"/>
              </a:solidFill>
              <a:latin typeface="Trebuchet MS" pitchFamily="34" charset="0"/>
            </a:endParaRPr>
          </a:p>
          <a:p>
            <a:pPr defTabSz="4389219"/>
            <a:endParaRPr lang="en-US" sz="4000" b="1" dirty="0">
              <a:solidFill>
                <a:srgbClr val="FFFF00"/>
              </a:solidFill>
              <a:latin typeface="Trebuchet MS" pitchFamily="34" charset="0"/>
            </a:endParaRPr>
          </a:p>
          <a:p>
            <a:pPr algn="ctr"/>
            <a:r>
              <a:rPr lang="en-US" sz="4400" b="1" dirty="0">
                <a:solidFill>
                  <a:schemeClr val="bg1"/>
                </a:solidFill>
                <a:latin typeface="Trebuchet MS" pitchFamily="34" charset="0"/>
              </a:rPr>
              <a:t>Object Placeholders</a:t>
            </a:r>
          </a:p>
          <a:p>
            <a:pPr algn="ctr"/>
            <a:endParaRPr lang="en-US" sz="4400" b="1" dirty="0">
              <a:solidFill>
                <a:schemeClr val="bg1"/>
              </a:solidFill>
              <a:latin typeface="Trebuchet MS" pitchFamily="34" charset="0"/>
            </a:endParaRPr>
          </a:p>
          <a:p>
            <a:pPr defTabSz="4389219"/>
            <a:r>
              <a:rPr lang="en-US" sz="3200" dirty="0">
                <a:latin typeface="Trebuchet MS" pitchFamily="34" charset="0"/>
              </a:rPr>
              <a:t>Use the placeholders provided below to add new elements to your poster:</a:t>
            </a:r>
            <a:r>
              <a:rPr lang="en-US" sz="3200" baseline="0" dirty="0">
                <a:latin typeface="Trebuchet MS" pitchFamily="34" charset="0"/>
              </a:rPr>
              <a:t> </a:t>
            </a:r>
            <a:r>
              <a:rPr lang="en-US" sz="3200" dirty="0">
                <a:latin typeface="Trebuchet MS" pitchFamily="34" charset="0"/>
              </a:rPr>
              <a:t>Drag a placeholder onto the</a:t>
            </a:r>
            <a:r>
              <a:rPr lang="en-US" sz="3200" baseline="0" dirty="0">
                <a:latin typeface="Trebuchet MS" pitchFamily="34" charset="0"/>
              </a:rPr>
              <a:t> poster area,</a:t>
            </a:r>
            <a:r>
              <a:rPr lang="en-US" sz="3200" dirty="0">
                <a:latin typeface="Trebuchet MS" pitchFamily="34" charset="0"/>
              </a:rPr>
              <a:t> size it, and click it to edit.</a:t>
            </a:r>
          </a:p>
          <a:p>
            <a:pPr defTabSz="4389219"/>
            <a:endParaRPr lang="en-US" sz="3200" dirty="0">
              <a:latin typeface="Trebuchet MS" pitchFamily="34" charset="0"/>
            </a:endParaRPr>
          </a:p>
          <a:p>
            <a:pPr defTabSz="4389219"/>
            <a:r>
              <a:rPr lang="en-US" sz="3200" b="1" dirty="0">
                <a:solidFill>
                  <a:srgbClr val="FFFF00"/>
                </a:solidFill>
                <a:latin typeface="Trebuchet MS" pitchFamily="34" charset="0"/>
              </a:rPr>
              <a:t>Section Header placeholder</a:t>
            </a:r>
          </a:p>
          <a:p>
            <a:pPr defTabSz="4389219"/>
            <a:r>
              <a:rPr lang="en-US" sz="3200" dirty="0">
                <a:latin typeface="Trebuchet MS" pitchFamily="34" charset="0"/>
              </a:rPr>
              <a:t>Move</a:t>
            </a:r>
            <a:r>
              <a:rPr lang="en-US" sz="3200" baseline="0" dirty="0">
                <a:latin typeface="Trebuchet MS" pitchFamily="34" charset="0"/>
              </a:rPr>
              <a:t> this preformatted section header placeholder to the poster area to add another section header. Use section headers to separate topics or concepts within your presentation. </a:t>
            </a:r>
          </a:p>
          <a:p>
            <a:pPr defTabSz="4389219"/>
            <a:endParaRPr lang="en-US" sz="3200" baseline="0" dirty="0">
              <a:latin typeface="Trebuchet MS" pitchFamily="34" charset="0"/>
            </a:endParaRPr>
          </a:p>
          <a:p>
            <a:pPr defTabSz="4389219"/>
            <a:endParaRPr lang="en-US" sz="3200" dirty="0">
              <a:latin typeface="Trebuchet MS" pitchFamily="34" charset="0"/>
            </a:endParaRPr>
          </a:p>
          <a:p>
            <a:pPr defTabSz="4389219"/>
            <a:endParaRPr lang="en-US" sz="3200" b="1" dirty="0">
              <a:solidFill>
                <a:srgbClr val="FFFF00"/>
              </a:solidFill>
              <a:latin typeface="Trebuchet MS" pitchFamily="34" charset="0"/>
            </a:endParaRPr>
          </a:p>
          <a:p>
            <a:pPr defTabSz="4389219"/>
            <a:r>
              <a:rPr lang="en-US" sz="3200" b="1" dirty="0">
                <a:solidFill>
                  <a:srgbClr val="FFFF00"/>
                </a:solidFill>
                <a:latin typeface="Trebuchet MS" pitchFamily="34" charset="0"/>
              </a:rPr>
              <a:t>Text placeholder</a:t>
            </a:r>
          </a:p>
          <a:p>
            <a:pPr defTabSz="4389219"/>
            <a:r>
              <a:rPr lang="en-US" sz="3200" baseline="0" dirty="0">
                <a:latin typeface="Trebuchet MS" pitchFamily="34" charset="0"/>
              </a:rPr>
              <a:t>Move this preformatted text placeholder to the poster to add a new body of text.</a:t>
            </a:r>
          </a:p>
          <a:p>
            <a:pPr defTabSz="4389219"/>
            <a:endParaRPr lang="en-US" sz="3200" baseline="0" dirty="0">
              <a:latin typeface="Trebuchet MS" pitchFamily="34" charset="0"/>
            </a:endParaRPr>
          </a:p>
          <a:p>
            <a:pPr defTabSz="4389219"/>
            <a:endParaRPr lang="en-US" sz="3200" baseline="0" dirty="0">
              <a:latin typeface="Trebuchet MS" pitchFamily="34" charset="0"/>
            </a:endParaRPr>
          </a:p>
          <a:p>
            <a:pPr defTabSz="4389219"/>
            <a:endParaRPr lang="en-US" sz="3200" baseline="0" dirty="0">
              <a:latin typeface="Trebuchet MS" pitchFamily="34" charset="0"/>
            </a:endParaRPr>
          </a:p>
          <a:p>
            <a:pPr defTabSz="4389219"/>
            <a:endParaRPr lang="en-US" sz="3200" b="1" baseline="0" dirty="0">
              <a:solidFill>
                <a:srgbClr val="FFFF00"/>
              </a:solidFill>
              <a:latin typeface="Trebuchet MS" pitchFamily="34" charset="0"/>
            </a:endParaRPr>
          </a:p>
          <a:p>
            <a:pPr defTabSz="4389219"/>
            <a:r>
              <a:rPr lang="en-US" sz="3200" b="1" baseline="0" dirty="0">
                <a:solidFill>
                  <a:srgbClr val="FFFF00"/>
                </a:solidFill>
                <a:latin typeface="Trebuchet MS" pitchFamily="34" charset="0"/>
              </a:rPr>
              <a:t>Picture placeholder</a:t>
            </a:r>
          </a:p>
          <a:p>
            <a:pPr defTabSz="4389219"/>
            <a:r>
              <a:rPr lang="en-US" sz="3200" baseline="0" dirty="0">
                <a:latin typeface="Trebuchet MS" pitchFamily="34" charset="0"/>
              </a:rPr>
              <a:t>Move this graphic placeholder onto your poster, size it first, and then click it to add a picture to the poster.</a:t>
            </a:r>
          </a:p>
          <a:p>
            <a:pPr defTabSz="4389219"/>
            <a:endParaRPr lang="en-US" sz="3200" baseline="0" dirty="0">
              <a:latin typeface="Trebuchet MS" pitchFamily="34" charset="0"/>
            </a:endParaRPr>
          </a:p>
          <a:p>
            <a:pPr defTabSz="4389219"/>
            <a:endParaRPr lang="en-US" sz="3200" baseline="0" dirty="0">
              <a:latin typeface="Trebuchet MS" pitchFamily="34" charset="0"/>
            </a:endParaRPr>
          </a:p>
          <a:p>
            <a:pPr defTabSz="4389219"/>
            <a:endParaRPr lang="en-US" sz="3200" baseline="0" dirty="0">
              <a:latin typeface="Trebuchet MS" pitchFamily="34" charset="0"/>
            </a:endParaRPr>
          </a:p>
          <a:p>
            <a:pPr algn="ctr"/>
            <a:endParaRPr lang="en-US" sz="4400" b="1" dirty="0">
              <a:solidFill>
                <a:schemeClr val="bg1"/>
              </a:solidFill>
              <a:latin typeface="Trebuchet MS" pitchFamily="34" charset="0"/>
            </a:endParaRPr>
          </a:p>
          <a:p>
            <a:pPr algn="ctr"/>
            <a:endParaRPr lang="en-US" sz="4400" b="1" dirty="0">
              <a:solidFill>
                <a:schemeClr val="bg1"/>
              </a:solidFill>
              <a:latin typeface="Trebuchet MS" pitchFamily="34" charset="0"/>
            </a:endParaRPr>
          </a:p>
          <a:p>
            <a:pPr algn="ctr"/>
            <a:endParaRPr lang="en-US" sz="4400" b="1" dirty="0">
              <a:solidFill>
                <a:schemeClr val="bg1"/>
              </a:solidFill>
              <a:latin typeface="Trebuchet MS" pitchFamily="34" charset="0"/>
            </a:endParaRPr>
          </a:p>
          <a:p>
            <a:pPr algn="ctr"/>
            <a:endParaRPr lang="en-US" sz="4400" b="1" dirty="0">
              <a:solidFill>
                <a:schemeClr val="bg1"/>
              </a:solidFill>
              <a:latin typeface="Trebuchet MS" pitchFamily="34" charset="0"/>
            </a:endParaRPr>
          </a:p>
          <a:p>
            <a:pPr defTabSz="4389219"/>
            <a:endParaRPr lang="en-US" sz="3200" dirty="0">
              <a:latin typeface="Trebuchet MS" pitchFamily="34" charset="0"/>
            </a:endParaRPr>
          </a:p>
          <a:p>
            <a:pPr algn="ctr"/>
            <a:endParaRPr lang="en-US" sz="3200" b="1" dirty="0">
              <a:solidFill>
                <a:schemeClr val="bg1"/>
              </a:solidFill>
              <a:latin typeface="Trebuchet MS" pitchFamily="34" charset="0"/>
            </a:endParaRPr>
          </a:p>
          <a:p>
            <a:pPr defTabSz="4389219"/>
            <a:endParaRPr lang="en-US" sz="3200" b="1" dirty="0">
              <a:solidFill>
                <a:srgbClr val="FFFF00"/>
              </a:solidFill>
              <a:latin typeface="Trebuchet MS" pitchFamily="34" charset="0"/>
            </a:endParaRPr>
          </a:p>
          <a:p>
            <a:pPr algn="ctr"/>
            <a:endParaRPr lang="en-US" sz="4400" b="1" dirty="0">
              <a:latin typeface="Trebuchet MS" pitchFamily="34" charset="0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-10370486" y="21297014"/>
            <a:ext cx="10018560" cy="7772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7" rIns="91436" bIns="45717" rtlCol="0" anchor="ctr"/>
          <a:lstStyle/>
          <a:p>
            <a:pPr algn="ctr"/>
            <a:endParaRPr lang="en-US" dirty="0"/>
          </a:p>
        </p:txBody>
      </p:sp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098247" y="15525143"/>
            <a:ext cx="4741366" cy="30581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1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7342926" y="13118821"/>
            <a:ext cx="590550" cy="4381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sp>
        <p:nvSpPr>
          <p:cNvPr id="32" name="TextBox 31"/>
          <p:cNvSpPr txBox="1"/>
          <p:nvPr/>
        </p:nvSpPr>
        <p:spPr>
          <a:xfrm>
            <a:off x="44487740" y="30588807"/>
            <a:ext cx="9160286" cy="2185208"/>
          </a:xfrm>
          <a:prstGeom prst="rect">
            <a:avLst/>
          </a:prstGeom>
          <a:noFill/>
        </p:spPr>
        <p:txBody>
          <a:bodyPr wrap="square" lIns="91436" tIns="45717" rIns="91436" bIns="45717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© 2011 PosterPresentations.com</a:t>
            </a:r>
            <a:br>
              <a:rPr lang="en-US" sz="3600" dirty="0">
                <a:solidFill>
                  <a:schemeClr val="bg1"/>
                </a:solidFill>
              </a:rPr>
            </a:br>
            <a:r>
              <a:rPr lang="en-US" sz="3600" dirty="0">
                <a:solidFill>
                  <a:schemeClr val="bg1"/>
                </a:solidFill>
              </a:rPr>
              <a:t>    </a:t>
            </a:r>
            <a:r>
              <a:rPr lang="en-US" sz="3200" dirty="0">
                <a:solidFill>
                  <a:schemeClr val="bg1"/>
                </a:solidFill>
              </a:rPr>
              <a:t>2117 Fourth Street ,</a:t>
            </a:r>
            <a:r>
              <a:rPr lang="en-US" sz="3200" baseline="0" dirty="0">
                <a:solidFill>
                  <a:schemeClr val="bg1"/>
                </a:solidFill>
              </a:rPr>
              <a:t> Unit C</a:t>
            </a:r>
            <a:br>
              <a:rPr lang="en-US" sz="3200" baseline="0" dirty="0">
                <a:solidFill>
                  <a:schemeClr val="bg1"/>
                </a:solidFill>
              </a:rPr>
            </a:br>
            <a:r>
              <a:rPr lang="en-US" sz="3200" baseline="0" dirty="0">
                <a:solidFill>
                  <a:schemeClr val="bg1"/>
                </a:solidFill>
              </a:rPr>
              <a:t>    Berkeley CA 94710</a:t>
            </a:r>
            <a:br>
              <a:rPr lang="en-US" sz="3200" baseline="0" dirty="0">
                <a:solidFill>
                  <a:schemeClr val="bg1"/>
                </a:solidFill>
              </a:rPr>
            </a:br>
            <a:r>
              <a:rPr lang="en-US" sz="3200" baseline="0" dirty="0">
                <a:solidFill>
                  <a:schemeClr val="bg1"/>
                </a:solidFill>
              </a:rPr>
              <a:t>    </a:t>
            </a:r>
            <a:r>
              <a:rPr lang="en-US" sz="3200" b="1" baseline="0" dirty="0">
                <a:solidFill>
                  <a:srgbClr val="FFFF00"/>
                </a:solidFill>
              </a:rPr>
              <a:t>posterpresenter@gmail.com</a:t>
            </a:r>
            <a:endParaRPr lang="en-US" sz="3600" b="1" dirty="0">
              <a:solidFill>
                <a:srgbClr val="FFFF00"/>
              </a:solidFill>
            </a:endParaRPr>
          </a:p>
        </p:txBody>
      </p:sp>
      <p:grpSp>
        <p:nvGrpSpPr>
          <p:cNvPr id="33" name="Group 32"/>
          <p:cNvGrpSpPr/>
          <p:nvPr/>
        </p:nvGrpSpPr>
        <p:grpSpPr>
          <a:xfrm>
            <a:off x="-10239857" y="31696514"/>
            <a:ext cx="9771398" cy="1090621"/>
            <a:chOff x="44242388" y="28054064"/>
            <a:chExt cx="9771398" cy="1090621"/>
          </a:xfrm>
        </p:grpSpPr>
        <p:sp>
          <p:nvSpPr>
            <p:cNvPr id="34" name="Rounded Rectangle 33"/>
            <p:cNvSpPr/>
            <p:nvPr userDrawn="1"/>
          </p:nvSpPr>
          <p:spPr>
            <a:xfrm>
              <a:off x="44242388" y="28054064"/>
              <a:ext cx="9771397" cy="1090621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5" name="Picture 7" descr="http://t2.gstatic.com/images?q=tbn:ANd9GcR4APHC6TT9w54M2zn_pvCiBxUNcspYPoVxirLRphBoJabfSvu7zw">
              <a:hlinkClick r:id="rId5"/>
            </p:cNvPr>
            <p:cNvPicPr>
              <a:picLocks noChangeAspect="1" noChangeArrowheads="1"/>
            </p:cNvPicPr>
            <p:nvPr userDrawn="1"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44341112" y="28126635"/>
              <a:ext cx="914400" cy="914400"/>
            </a:xfrm>
            <a:prstGeom prst="rect">
              <a:avLst/>
            </a:prstGeom>
            <a:noFill/>
          </p:spPr>
        </p:pic>
        <p:sp>
          <p:nvSpPr>
            <p:cNvPr id="36" name="TextBox 35"/>
            <p:cNvSpPr txBox="1"/>
            <p:nvPr userDrawn="1"/>
          </p:nvSpPr>
          <p:spPr>
            <a:xfrm>
              <a:off x="45342598" y="28154090"/>
              <a:ext cx="8671188" cy="8925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600" dirty="0">
                  <a:solidFill>
                    <a:schemeClr val="tx2"/>
                  </a:solidFill>
                  <a:latin typeface="Trebuchet MS" pitchFamily="34" charset="0"/>
                </a:rPr>
                <a:t>Student</a:t>
              </a:r>
              <a:r>
                <a:rPr lang="en-US" sz="2600" baseline="0" dirty="0">
                  <a:solidFill>
                    <a:schemeClr val="tx2"/>
                  </a:solidFill>
                  <a:latin typeface="Trebuchet MS" pitchFamily="34" charset="0"/>
                </a:rPr>
                <a:t> discounts are available on our </a:t>
              </a:r>
              <a:r>
                <a:rPr lang="en-US" sz="2600" baseline="0" dirty="0" err="1">
                  <a:solidFill>
                    <a:schemeClr val="tx2"/>
                  </a:solidFill>
                  <a:latin typeface="Trebuchet MS" pitchFamily="34" charset="0"/>
                </a:rPr>
                <a:t>Facebook</a:t>
              </a:r>
              <a:r>
                <a:rPr lang="en-US" sz="2600" baseline="0" dirty="0">
                  <a:solidFill>
                    <a:schemeClr val="tx2"/>
                  </a:solidFill>
                  <a:latin typeface="Trebuchet MS" pitchFamily="34" charset="0"/>
                </a:rPr>
                <a:t> page.</a:t>
              </a:r>
              <a:br>
                <a:rPr lang="en-US" sz="2600" baseline="0" dirty="0">
                  <a:solidFill>
                    <a:schemeClr val="tx2"/>
                  </a:solidFill>
                  <a:latin typeface="Trebuchet MS" pitchFamily="34" charset="0"/>
                </a:rPr>
              </a:br>
              <a:r>
                <a:rPr lang="en-US" sz="2600" baseline="0" dirty="0">
                  <a:solidFill>
                    <a:schemeClr val="tx2"/>
                  </a:solidFill>
                  <a:latin typeface="Trebuchet MS" pitchFamily="34" charset="0"/>
                </a:rPr>
                <a:t>Go to </a:t>
              </a:r>
              <a:r>
                <a:rPr lang="en-US" sz="2600" u="sng" baseline="0" dirty="0">
                  <a:solidFill>
                    <a:schemeClr val="tx2"/>
                  </a:solidFill>
                  <a:latin typeface="Trebuchet MS" pitchFamily="34" charset="0"/>
                </a:rPr>
                <a:t>PosterPresentations.com</a:t>
              </a:r>
              <a:r>
                <a:rPr lang="en-US" sz="2600" baseline="0" dirty="0">
                  <a:solidFill>
                    <a:schemeClr val="tx2"/>
                  </a:solidFill>
                  <a:latin typeface="Trebuchet MS" pitchFamily="34" charset="0"/>
                </a:rPr>
                <a:t> and click on the FB icon. </a:t>
              </a:r>
              <a:endParaRPr lang="en-US" sz="2600" dirty="0">
                <a:solidFill>
                  <a:schemeClr val="tx2"/>
                </a:solidFill>
                <a:latin typeface="Trebuchet MS" pitchFamily="34" charset="0"/>
              </a:endParaRPr>
            </a:p>
          </p:txBody>
        </p:sp>
      </p:grpSp>
      <p:cxnSp>
        <p:nvCxnSpPr>
          <p:cNvPr id="37" name="Straight Connector 36"/>
          <p:cNvCxnSpPr/>
          <p:nvPr/>
        </p:nvCxnSpPr>
        <p:spPr>
          <a:xfrm>
            <a:off x="44222126" y="30500133"/>
            <a:ext cx="10050462" cy="158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>
            <a:off x="-10370486" y="11582400"/>
            <a:ext cx="10018560" cy="1607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>
            <a:off x="44254028" y="4841856"/>
            <a:ext cx="10018560" cy="1607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ctr" defTabSz="4388900" rtl="0" eaLnBrk="1" latinLnBrk="0" hangingPunct="1">
        <a:spcBef>
          <a:spcPct val="0"/>
        </a:spcBef>
        <a:buNone/>
        <a:defRPr sz="8800" kern="1200">
          <a:solidFill>
            <a:schemeClr val="bg1"/>
          </a:solidFill>
          <a:latin typeface="Trebuchet MS" pitchFamily="34" charset="0"/>
          <a:ea typeface="+mj-ea"/>
          <a:cs typeface="+mj-cs"/>
        </a:defRPr>
      </a:lvl1pPr>
    </p:titleStyle>
    <p:bodyStyle>
      <a:lvl1pPr marL="1645838" indent="-1645838" algn="l" defTabSz="4388900" rtl="0" eaLnBrk="1" latinLnBrk="0" hangingPunct="1">
        <a:spcBef>
          <a:spcPct val="20000"/>
        </a:spcBef>
        <a:buFont typeface="Arial" pitchFamily="34" charset="0"/>
        <a:buChar char="•"/>
        <a:defRPr sz="15400" kern="1200">
          <a:solidFill>
            <a:schemeClr val="tx1"/>
          </a:solidFill>
          <a:latin typeface="+mn-lt"/>
          <a:ea typeface="+mn-ea"/>
          <a:cs typeface="+mn-cs"/>
        </a:defRPr>
      </a:lvl1pPr>
      <a:lvl2pPr marL="3565982" indent="-1371531" algn="l" defTabSz="4388900" rtl="0" eaLnBrk="1" latinLnBrk="0" hangingPunct="1">
        <a:spcBef>
          <a:spcPct val="20000"/>
        </a:spcBef>
        <a:buFont typeface="Arial" pitchFamily="34" charset="0"/>
        <a:buChar char="–"/>
        <a:defRPr sz="13500" kern="1200">
          <a:solidFill>
            <a:schemeClr val="tx1"/>
          </a:solidFill>
          <a:latin typeface="+mn-lt"/>
          <a:ea typeface="+mn-ea"/>
          <a:cs typeface="+mn-cs"/>
        </a:defRPr>
      </a:lvl2pPr>
      <a:lvl3pPr marL="5486126" indent="-1097226" algn="l" defTabSz="4388900" rtl="0" eaLnBrk="1" latinLnBrk="0" hangingPunct="1">
        <a:spcBef>
          <a:spcPct val="20000"/>
        </a:spcBef>
        <a:buFont typeface="Arial" pitchFamily="34" charset="0"/>
        <a:buChar char="•"/>
        <a:defRPr sz="11600" kern="1200">
          <a:solidFill>
            <a:schemeClr val="tx1"/>
          </a:solidFill>
          <a:latin typeface="+mn-lt"/>
          <a:ea typeface="+mn-ea"/>
          <a:cs typeface="+mn-cs"/>
        </a:defRPr>
      </a:lvl3pPr>
      <a:lvl4pPr marL="7680577" indent="-1097226" algn="l" defTabSz="4388900" rtl="0" eaLnBrk="1" latinLnBrk="0" hangingPunct="1">
        <a:spcBef>
          <a:spcPct val="20000"/>
        </a:spcBef>
        <a:buFont typeface="Arial" pitchFamily="34" charset="0"/>
        <a:buChar char="–"/>
        <a:defRPr sz="9600" kern="1200">
          <a:solidFill>
            <a:schemeClr val="tx1"/>
          </a:solidFill>
          <a:latin typeface="+mn-lt"/>
          <a:ea typeface="+mn-ea"/>
          <a:cs typeface="+mn-cs"/>
        </a:defRPr>
      </a:lvl4pPr>
      <a:lvl5pPr marL="9875026" indent="-1097226" algn="l" defTabSz="4388900" rtl="0" eaLnBrk="1" latinLnBrk="0" hangingPunct="1">
        <a:spcBef>
          <a:spcPct val="20000"/>
        </a:spcBef>
        <a:buFont typeface="Arial" pitchFamily="34" charset="0"/>
        <a:buChar char="»"/>
        <a:defRPr sz="9600" kern="1200">
          <a:solidFill>
            <a:schemeClr val="tx1"/>
          </a:solidFill>
          <a:latin typeface="+mn-lt"/>
          <a:ea typeface="+mn-ea"/>
          <a:cs typeface="+mn-cs"/>
        </a:defRPr>
      </a:lvl5pPr>
      <a:lvl6pPr marL="12069477" indent="-1097226" algn="l" defTabSz="4388900" rtl="0" eaLnBrk="1" latinLnBrk="0" hangingPunct="1">
        <a:spcBef>
          <a:spcPct val="20000"/>
        </a:spcBef>
        <a:buFont typeface="Arial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6pPr>
      <a:lvl7pPr marL="14263926" indent="-1097226" algn="l" defTabSz="4388900" rtl="0" eaLnBrk="1" latinLnBrk="0" hangingPunct="1">
        <a:spcBef>
          <a:spcPct val="20000"/>
        </a:spcBef>
        <a:buFont typeface="Arial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7pPr>
      <a:lvl8pPr marL="16458377" indent="-1097226" algn="l" defTabSz="4388900" rtl="0" eaLnBrk="1" latinLnBrk="0" hangingPunct="1">
        <a:spcBef>
          <a:spcPct val="20000"/>
        </a:spcBef>
        <a:buFont typeface="Arial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8pPr>
      <a:lvl9pPr marL="18652827" indent="-1097226" algn="l" defTabSz="4388900" rtl="0" eaLnBrk="1" latinLnBrk="0" hangingPunct="1">
        <a:spcBef>
          <a:spcPct val="20000"/>
        </a:spcBef>
        <a:buFont typeface="Arial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38890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1pPr>
      <a:lvl2pPr marL="2194451" algn="l" defTabSz="438890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2pPr>
      <a:lvl3pPr marL="4388900" algn="l" defTabSz="438890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3pPr>
      <a:lvl4pPr marL="6583351" algn="l" defTabSz="438890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4pPr>
      <a:lvl5pPr marL="8777801" algn="l" defTabSz="438890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252" algn="l" defTabSz="438890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6pPr>
      <a:lvl7pPr marL="13166703" algn="l" defTabSz="438890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7pPr>
      <a:lvl8pPr marL="15361152" algn="l" defTabSz="438890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8pPr>
      <a:lvl9pPr marL="17555603" algn="l" defTabSz="438890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6"/>
          <p:cNvSpPr>
            <a:spLocks noChangeArrowheads="1"/>
          </p:cNvSpPr>
          <p:nvPr/>
        </p:nvSpPr>
        <p:spPr bwMode="auto">
          <a:xfrm>
            <a:off x="0" y="0"/>
            <a:ext cx="43891200" cy="48006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1436" tIns="45717" rIns="91436" bIns="45717" anchor="ctr"/>
          <a:lstStyle/>
          <a:p>
            <a:pPr>
              <a:defRPr/>
            </a:pPr>
            <a:endParaRPr lang="en-US" baseline="-25000" dirty="0"/>
          </a:p>
        </p:txBody>
      </p:sp>
      <p:sp>
        <p:nvSpPr>
          <p:cNvPr id="8" name="Rectangle 33"/>
          <p:cNvSpPr>
            <a:spLocks noChangeArrowheads="1"/>
          </p:cNvSpPr>
          <p:nvPr/>
        </p:nvSpPr>
        <p:spPr bwMode="auto">
          <a:xfrm>
            <a:off x="914400" y="5257800"/>
            <a:ext cx="42057638" cy="26746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lIns="91436" tIns="45717" rIns="91436" bIns="45717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9" name="Rectangle 9"/>
          <p:cNvSpPr>
            <a:spLocks noChangeArrowheads="1"/>
          </p:cNvSpPr>
          <p:nvPr/>
        </p:nvSpPr>
        <p:spPr bwMode="auto">
          <a:xfrm>
            <a:off x="0" y="4805363"/>
            <a:ext cx="43891200" cy="152400"/>
          </a:xfrm>
          <a:prstGeom prst="rect">
            <a:avLst/>
          </a:prstGeom>
          <a:solidFill>
            <a:schemeClr val="accent5">
              <a:lumMod val="50000"/>
            </a:schemeClr>
          </a:solidFill>
          <a:ln w="152400">
            <a:noFill/>
            <a:miter lim="800000"/>
            <a:headEnd/>
            <a:tailEnd/>
          </a:ln>
          <a:effectLst/>
        </p:spPr>
        <p:txBody>
          <a:bodyPr wrap="none" lIns="91436" tIns="45717" rIns="91436" bIns="45717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0" name="Text Box 14"/>
          <p:cNvSpPr txBox="1">
            <a:spLocks noChangeArrowheads="1"/>
          </p:cNvSpPr>
          <p:nvPr/>
        </p:nvSpPr>
        <p:spPr bwMode="auto">
          <a:xfrm>
            <a:off x="819153" y="32232601"/>
            <a:ext cx="2514600" cy="3368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263" tIns="45623" rIns="91263" bIns="45623">
            <a:spAutoFit/>
          </a:bodyPr>
          <a:lstStyle/>
          <a:p>
            <a:pPr eaLnBrk="0" hangingPunct="0">
              <a:lnSpc>
                <a:spcPct val="65000"/>
              </a:lnSpc>
              <a:spcBef>
                <a:spcPct val="50000"/>
              </a:spcBef>
              <a:defRPr/>
            </a:pPr>
            <a:r>
              <a:rPr lang="en-US" sz="500" b="1" dirty="0">
                <a:solidFill>
                  <a:schemeClr val="bg1">
                    <a:lumMod val="75000"/>
                  </a:schemeClr>
                </a:solidFill>
                <a:latin typeface="Arial" charset="0"/>
              </a:rPr>
              <a:t>RESEARCH POSTER PRESENTATION DESIGN © 2011</a:t>
            </a:r>
          </a:p>
          <a:p>
            <a:pPr eaLnBrk="0" hangingPunct="0">
              <a:lnSpc>
                <a:spcPct val="65000"/>
              </a:lnSpc>
              <a:spcBef>
                <a:spcPct val="50000"/>
              </a:spcBef>
              <a:defRPr/>
            </a:pPr>
            <a:r>
              <a:rPr lang="en-US" sz="1100" b="1" dirty="0">
                <a:solidFill>
                  <a:schemeClr val="bg1">
                    <a:lumMod val="75000"/>
                  </a:schemeClr>
                </a:solidFill>
                <a:latin typeface="Arial" charset="0"/>
              </a:rPr>
              <a:t>www.PosterPresentations.com</a:t>
            </a:r>
          </a:p>
        </p:txBody>
      </p:sp>
      <p:sp>
        <p:nvSpPr>
          <p:cNvPr id="15" name="Rectangle 35"/>
          <p:cNvSpPr>
            <a:spLocks noChangeArrowheads="1"/>
          </p:cNvSpPr>
          <p:nvPr/>
        </p:nvSpPr>
        <p:spPr bwMode="auto">
          <a:xfrm>
            <a:off x="922338" y="5257800"/>
            <a:ext cx="10058400" cy="267462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lIns="91436" tIns="45717" rIns="91436" bIns="45717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6" name="Rectangle 25"/>
          <p:cNvSpPr/>
          <p:nvPr/>
        </p:nvSpPr>
        <p:spPr>
          <a:xfrm>
            <a:off x="44222126" y="0"/>
            <a:ext cx="10050462" cy="329184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72" tIns="365741" rIns="182872" bIns="182872" rtlCol="0" anchor="t" anchorCtr="0"/>
          <a:lstStyle/>
          <a:p>
            <a:pPr algn="ctr"/>
            <a:r>
              <a:rPr lang="en-US" sz="4000" b="1" dirty="0">
                <a:solidFill>
                  <a:schemeClr val="bg1"/>
                </a:solidFill>
                <a:latin typeface="Trebuchet MS" pitchFamily="34" charset="0"/>
              </a:rPr>
              <a:t>QUICK</a:t>
            </a:r>
            <a:r>
              <a:rPr lang="en-US" sz="4000" b="1" baseline="0" dirty="0">
                <a:solidFill>
                  <a:schemeClr val="bg1"/>
                </a:solidFill>
                <a:latin typeface="Trebuchet MS" pitchFamily="34" charset="0"/>
              </a:rPr>
              <a:t> TIPS</a:t>
            </a:r>
            <a:endParaRPr lang="en-US" sz="4000" b="1" dirty="0">
              <a:solidFill>
                <a:schemeClr val="bg1"/>
              </a:solidFill>
              <a:latin typeface="Trebuchet MS" pitchFamily="34" charset="0"/>
            </a:endParaRPr>
          </a:p>
          <a:p>
            <a:pPr algn="ctr"/>
            <a:r>
              <a:rPr lang="en-US" sz="4000" b="1" dirty="0">
                <a:solidFill>
                  <a:srgbClr val="FFFF00"/>
                </a:solidFill>
                <a:latin typeface="Trebuchet MS" pitchFamily="34" charset="0"/>
              </a:rPr>
              <a:t>(--THIS SECTION DOES NOT PRINT--)</a:t>
            </a:r>
          </a:p>
          <a:p>
            <a:pPr algn="ctr"/>
            <a:endParaRPr lang="en-US" sz="3200" b="1" dirty="0">
              <a:latin typeface="Trebuchet MS" pitchFamily="34" charset="0"/>
            </a:endParaRPr>
          </a:p>
          <a:p>
            <a:pPr defTabSz="3134780"/>
            <a:r>
              <a:rPr lang="en-US" sz="3200" dirty="0">
                <a:latin typeface="Trebuchet MS" pitchFamily="34" charset="0"/>
              </a:rPr>
              <a:t>This PowerPoint</a:t>
            </a:r>
            <a:r>
              <a:rPr lang="en-US" sz="3200" baseline="0" dirty="0">
                <a:latin typeface="Trebuchet MS" pitchFamily="34" charset="0"/>
              </a:rPr>
              <a:t> template requires basic PowerPoint (version 2007 or newer) skills. Below is a list of commonly asked questions specific to this template. </a:t>
            </a:r>
            <a:br>
              <a:rPr lang="en-US" sz="3200" baseline="0" dirty="0">
                <a:latin typeface="Trebuchet MS" pitchFamily="34" charset="0"/>
              </a:rPr>
            </a:br>
            <a:r>
              <a:rPr lang="en-US" sz="3200" baseline="0" dirty="0">
                <a:latin typeface="Trebuchet MS" pitchFamily="34" charset="0"/>
              </a:rPr>
              <a:t>If you are using an older version of PowerPoint some template features may not work properly.</a:t>
            </a:r>
            <a:endParaRPr lang="en-US" sz="4000" b="1" dirty="0">
              <a:solidFill>
                <a:srgbClr val="FFFF00"/>
              </a:solidFill>
              <a:latin typeface="Trebuchet MS" pitchFamily="34" charset="0"/>
            </a:endParaRPr>
          </a:p>
          <a:p>
            <a:pPr defTabSz="3134780"/>
            <a:endParaRPr lang="en-US" sz="4000" b="1" dirty="0">
              <a:solidFill>
                <a:srgbClr val="FFFF00"/>
              </a:solidFill>
              <a:latin typeface="Trebuchet MS" pitchFamily="34" charset="0"/>
            </a:endParaRPr>
          </a:p>
          <a:p>
            <a:pPr algn="ctr"/>
            <a:r>
              <a:rPr lang="en-US" sz="4000" b="1" dirty="0">
                <a:solidFill>
                  <a:schemeClr val="bg1"/>
                </a:solidFill>
                <a:latin typeface="Trebuchet MS" pitchFamily="34" charset="0"/>
              </a:rPr>
              <a:t>Using the template</a:t>
            </a:r>
            <a:endParaRPr lang="en-US" sz="4000" b="1" baseline="0" dirty="0">
              <a:solidFill>
                <a:schemeClr val="bg1"/>
              </a:solidFill>
              <a:latin typeface="Trebuchet MS" pitchFamily="34" charset="0"/>
            </a:endParaRPr>
          </a:p>
          <a:p>
            <a:pPr algn="ctr"/>
            <a:endParaRPr lang="en-US" sz="3200" b="1" dirty="0">
              <a:solidFill>
                <a:srgbClr val="FFFF00"/>
              </a:solidFill>
              <a:latin typeface="Trebuchet MS" pitchFamily="34" charset="0"/>
            </a:endParaRPr>
          </a:p>
          <a:p>
            <a:pPr marL="0" marR="0" indent="0" algn="l" defTabSz="31347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b="1" dirty="0">
                <a:solidFill>
                  <a:srgbClr val="FFFF00"/>
                </a:solidFill>
                <a:latin typeface="Trebuchet MS" pitchFamily="34" charset="0"/>
              </a:rPr>
              <a:t>Verifying the quality of your graphics</a:t>
            </a:r>
          </a:p>
          <a:p>
            <a:pPr defTabSz="3134780"/>
            <a:r>
              <a:rPr lang="en-US" sz="3200" dirty="0">
                <a:latin typeface="Trebuchet MS" pitchFamily="34" charset="0"/>
              </a:rPr>
              <a:t>Go to the </a:t>
            </a:r>
            <a:r>
              <a:rPr lang="en-US" sz="3200" baseline="0" dirty="0">
                <a:latin typeface="Trebuchet MS" pitchFamily="34" charset="0"/>
              </a:rPr>
              <a:t>VIEW menu and click on ZOOM to set your preferred magnification. This template is at 100% the size of the final poster. All text and graphics will be printed at 100% their size. To see what your poster will look like when printed, set the zoom to 100% and evaluate the quality of all your graphics before you submit your poster for printing.</a:t>
            </a:r>
            <a:br>
              <a:rPr lang="en-US" sz="3200" baseline="0" dirty="0">
                <a:latin typeface="Trebuchet MS" pitchFamily="34" charset="0"/>
              </a:rPr>
            </a:br>
            <a:endParaRPr lang="en-US" sz="3200" baseline="0" dirty="0">
              <a:latin typeface="Trebuchet MS" pitchFamily="34" charset="0"/>
            </a:endParaRPr>
          </a:p>
          <a:p>
            <a:pPr defTabSz="3134780"/>
            <a:r>
              <a:rPr lang="en-US" sz="3200" b="1" dirty="0">
                <a:solidFill>
                  <a:srgbClr val="FFFF00"/>
                </a:solidFill>
                <a:latin typeface="Trebuchet MS" pitchFamily="34" charset="0"/>
              </a:rPr>
              <a:t>Using the placeholders</a:t>
            </a:r>
          </a:p>
          <a:p>
            <a:pPr defTabSz="3134780"/>
            <a:r>
              <a:rPr lang="en-US" sz="3200" baseline="0" dirty="0">
                <a:latin typeface="Trebuchet MS" pitchFamily="34" charset="0"/>
              </a:rPr>
              <a:t>To add text to this template click inside a placeholder and type in or paste your text. To move a placeholder, click on it </a:t>
            </a:r>
            <a:r>
              <a:rPr lang="en-US" sz="3200" u="sng" baseline="0" dirty="0">
                <a:latin typeface="Trebuchet MS" pitchFamily="34" charset="0"/>
              </a:rPr>
              <a:t>once</a:t>
            </a:r>
            <a:r>
              <a:rPr lang="en-US" sz="3200" baseline="0" dirty="0">
                <a:latin typeface="Trebuchet MS" pitchFamily="34" charset="0"/>
              </a:rPr>
              <a:t> (to select it), place your cursor on its frame and your cursor will change to this symbol:         Then, click </a:t>
            </a:r>
            <a:r>
              <a:rPr lang="en-US" sz="3200" u="sng" baseline="0" dirty="0">
                <a:latin typeface="Trebuchet MS" pitchFamily="34" charset="0"/>
              </a:rPr>
              <a:t>once</a:t>
            </a:r>
            <a:r>
              <a:rPr lang="en-US" sz="3200" baseline="0" dirty="0">
                <a:latin typeface="Trebuchet MS" pitchFamily="34" charset="0"/>
              </a:rPr>
              <a:t> and drag it to its new location where you can resize it as needed. Additional placeholders can be found on the left side of this template.</a:t>
            </a:r>
          </a:p>
          <a:p>
            <a:pPr defTabSz="3134780"/>
            <a:endParaRPr lang="en-US" sz="3200" b="1" baseline="0" dirty="0">
              <a:solidFill>
                <a:srgbClr val="FFFF00"/>
              </a:solidFill>
              <a:latin typeface="Trebuchet MS" pitchFamily="34" charset="0"/>
            </a:endParaRPr>
          </a:p>
          <a:p>
            <a:pPr defTabSz="3134780"/>
            <a:r>
              <a:rPr lang="en-US" sz="3200" b="1" baseline="0" dirty="0">
                <a:solidFill>
                  <a:srgbClr val="FFFF00"/>
                </a:solidFill>
                <a:latin typeface="Trebuchet MS" pitchFamily="34" charset="0"/>
              </a:rPr>
              <a:t>Modifying the layout</a:t>
            </a:r>
          </a:p>
          <a:p>
            <a:pPr defTabSz="3134780"/>
            <a:r>
              <a:rPr lang="en-US" sz="3200" dirty="0">
                <a:latin typeface="Trebuchet MS" pitchFamily="34" charset="0"/>
              </a:rPr>
              <a:t>This template has four</a:t>
            </a:r>
            <a:endParaRPr lang="en-US" sz="3200" baseline="0" dirty="0">
              <a:latin typeface="Trebuchet MS" pitchFamily="34" charset="0"/>
            </a:endParaRPr>
          </a:p>
          <a:p>
            <a:pPr defTabSz="3134780"/>
            <a:r>
              <a:rPr lang="en-US" sz="3200" baseline="0" dirty="0">
                <a:latin typeface="Trebuchet MS" pitchFamily="34" charset="0"/>
              </a:rPr>
              <a:t>different column layouts. </a:t>
            </a:r>
          </a:p>
          <a:p>
            <a:pPr defTabSz="3134780"/>
            <a:r>
              <a:rPr lang="en-US" sz="3200" u="sng" baseline="0" dirty="0">
                <a:latin typeface="Trebuchet MS" pitchFamily="34" charset="0"/>
              </a:rPr>
              <a:t>Right-click</a:t>
            </a:r>
            <a:r>
              <a:rPr lang="en-US" sz="3200" baseline="0" dirty="0">
                <a:latin typeface="Trebuchet MS" pitchFamily="34" charset="0"/>
              </a:rPr>
              <a:t> your mouse</a:t>
            </a:r>
          </a:p>
          <a:p>
            <a:pPr defTabSz="3134780"/>
            <a:r>
              <a:rPr lang="en-US" sz="3200" baseline="0" dirty="0">
                <a:latin typeface="Trebuchet MS" pitchFamily="34" charset="0"/>
              </a:rPr>
              <a:t>on the background and </a:t>
            </a:r>
          </a:p>
          <a:p>
            <a:pPr defTabSz="3134780"/>
            <a:r>
              <a:rPr lang="en-US" sz="3200" baseline="0" dirty="0">
                <a:latin typeface="Trebuchet MS" pitchFamily="34" charset="0"/>
              </a:rPr>
              <a:t>click on “Layout” to see </a:t>
            </a:r>
          </a:p>
          <a:p>
            <a:pPr defTabSz="3134780"/>
            <a:r>
              <a:rPr lang="en-US" sz="3200" baseline="0" dirty="0">
                <a:latin typeface="Trebuchet MS" pitchFamily="34" charset="0"/>
              </a:rPr>
              <a:t>the layout options.</a:t>
            </a:r>
            <a:endParaRPr lang="en-US" sz="3200" dirty="0">
              <a:latin typeface="Trebuchet MS" pitchFamily="34" charset="0"/>
            </a:endParaRPr>
          </a:p>
          <a:p>
            <a:pPr marL="0" marR="0" indent="0" algn="l" defTabSz="31347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baseline="0" dirty="0">
                <a:latin typeface="Trebuchet MS" pitchFamily="34" charset="0"/>
              </a:rPr>
              <a:t>The columns in the provided layouts are fixed and cannot be moved but advanced users can modify any layout by going to VIEW and then SLIDE MASTER.</a:t>
            </a:r>
          </a:p>
          <a:p>
            <a:pPr marL="0" marR="0" indent="0" algn="l" defTabSz="31347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3200" baseline="0" dirty="0">
              <a:latin typeface="Trebuchet MS" pitchFamily="34" charset="0"/>
            </a:endParaRPr>
          </a:p>
          <a:p>
            <a:pPr defTabSz="3134780"/>
            <a:r>
              <a:rPr lang="en-US" sz="3200" b="1" baseline="0" dirty="0">
                <a:solidFill>
                  <a:srgbClr val="FFFF00"/>
                </a:solidFill>
                <a:latin typeface="Trebuchet MS" pitchFamily="34" charset="0"/>
              </a:rPr>
              <a:t>Importing text and graphics from external sources</a:t>
            </a:r>
          </a:p>
          <a:p>
            <a:pPr defTabSz="3134780"/>
            <a:r>
              <a:rPr lang="en-US" sz="3200" b="1" u="sng" baseline="0" dirty="0">
                <a:latin typeface="Trebuchet MS" pitchFamily="34" charset="0"/>
              </a:rPr>
              <a:t>TEXT: </a:t>
            </a:r>
            <a:r>
              <a:rPr lang="en-US" sz="3200" baseline="0" dirty="0">
                <a:latin typeface="Trebuchet MS" pitchFamily="34" charset="0"/>
              </a:rPr>
              <a:t>Paste or type your text into a pre-existing placeholder or drag in a new placeholder from the left side of the template. Move it anywhere as needed.</a:t>
            </a:r>
          </a:p>
          <a:p>
            <a:pPr defTabSz="3134780"/>
            <a:r>
              <a:rPr lang="en-US" sz="3200" b="1" u="sng" baseline="0" dirty="0">
                <a:latin typeface="Trebuchet MS" pitchFamily="34" charset="0"/>
              </a:rPr>
              <a:t>PHOTOS: </a:t>
            </a:r>
            <a:r>
              <a:rPr lang="en-US" sz="3200" baseline="0" dirty="0">
                <a:latin typeface="Trebuchet MS" pitchFamily="34" charset="0"/>
              </a:rPr>
              <a:t>Drag in a picture placeholder, size it </a:t>
            </a:r>
            <a:r>
              <a:rPr lang="en-US" sz="3200" u="sng" baseline="0" dirty="0">
                <a:latin typeface="Trebuchet MS" pitchFamily="34" charset="0"/>
              </a:rPr>
              <a:t>first</a:t>
            </a:r>
            <a:r>
              <a:rPr lang="en-US" sz="3200" baseline="0" dirty="0">
                <a:latin typeface="Trebuchet MS" pitchFamily="34" charset="0"/>
              </a:rPr>
              <a:t>, click in it and insert a photo from the menu.</a:t>
            </a:r>
          </a:p>
          <a:p>
            <a:pPr defTabSz="3134780"/>
            <a:r>
              <a:rPr lang="en-US" sz="3200" b="1" u="sng" baseline="0" dirty="0">
                <a:latin typeface="Trebuchet MS" pitchFamily="34" charset="0"/>
              </a:rPr>
              <a:t>TABLES: </a:t>
            </a:r>
            <a:r>
              <a:rPr lang="en-US" sz="3200" baseline="0" dirty="0">
                <a:latin typeface="Trebuchet MS" pitchFamily="34" charset="0"/>
              </a:rPr>
              <a:t>You can copy and paste a table from an external document onto this poster template. To adjust  the way the text fits within the cells of a table that has been pasted, </a:t>
            </a:r>
            <a:r>
              <a:rPr lang="en-US" sz="3200" u="sng" baseline="0" dirty="0">
                <a:latin typeface="Trebuchet MS" pitchFamily="34" charset="0"/>
              </a:rPr>
              <a:t>right-click</a:t>
            </a:r>
            <a:r>
              <a:rPr lang="en-US" sz="3200" baseline="0" dirty="0">
                <a:latin typeface="Trebuchet MS" pitchFamily="34" charset="0"/>
              </a:rPr>
              <a:t> on the table, click FORMAT SHAPE  then click on TEXT BOX and change the INTERNAL MARGIN values to 0.25</a:t>
            </a:r>
          </a:p>
          <a:p>
            <a:pPr defTabSz="3134780"/>
            <a:endParaRPr lang="en-US" sz="3200" baseline="0" dirty="0">
              <a:latin typeface="Trebuchet MS" pitchFamily="34" charset="0"/>
            </a:endParaRPr>
          </a:p>
          <a:p>
            <a:pPr defTabSz="3134780"/>
            <a:r>
              <a:rPr lang="en-US" sz="3200" b="1" baseline="0" dirty="0">
                <a:solidFill>
                  <a:srgbClr val="FFFF00"/>
                </a:solidFill>
                <a:latin typeface="Trebuchet MS" pitchFamily="34" charset="0"/>
              </a:rPr>
              <a:t>Modifying the color scheme</a:t>
            </a:r>
          </a:p>
          <a:p>
            <a:pPr defTabSz="3134780"/>
            <a:r>
              <a:rPr lang="en-US" sz="3200" baseline="0" dirty="0">
                <a:latin typeface="Trebuchet MS" pitchFamily="34" charset="0"/>
              </a:rPr>
              <a:t>To change the color scheme of this template go to the “Design” menu and click on “Colors”. You can choose from the provide color combinations or you can create your own.</a:t>
            </a:r>
          </a:p>
          <a:p>
            <a:pPr defTabSz="3134780"/>
            <a:endParaRPr lang="en-US" sz="3200" baseline="0" dirty="0">
              <a:latin typeface="Trebuchet MS" pitchFamily="34" charset="0"/>
            </a:endParaRPr>
          </a:p>
          <a:p>
            <a:pPr defTabSz="3134780"/>
            <a:endParaRPr lang="en-US" sz="3200" baseline="0" dirty="0">
              <a:latin typeface="Trebuchet MS" pitchFamily="34" charset="0"/>
            </a:endParaRPr>
          </a:p>
          <a:p>
            <a:pPr defTabSz="4389219"/>
            <a:endParaRPr lang="en-US" sz="2000" baseline="0" dirty="0">
              <a:latin typeface="Trebuchet MS" pitchFamily="34" charset="0"/>
            </a:endParaRPr>
          </a:p>
          <a:p>
            <a:pPr defTabSz="4389219"/>
            <a:endParaRPr lang="en-US" sz="2000" dirty="0">
              <a:latin typeface="Trebuchet MS" pitchFamily="34" charset="0"/>
            </a:endParaRPr>
          </a:p>
          <a:p>
            <a:pPr algn="ctr"/>
            <a:endParaRPr lang="en-US" sz="2000" b="1" dirty="0">
              <a:solidFill>
                <a:schemeClr val="bg1"/>
              </a:solidFill>
              <a:latin typeface="Trebuchet MS" pitchFamily="34" charset="0"/>
            </a:endParaRPr>
          </a:p>
          <a:p>
            <a:pPr defTabSz="4389219"/>
            <a:endParaRPr lang="en-US" sz="2000" b="1" dirty="0">
              <a:solidFill>
                <a:srgbClr val="FFFF00"/>
              </a:solidFill>
              <a:latin typeface="Trebuchet MS" pitchFamily="34" charset="0"/>
            </a:endParaRPr>
          </a:p>
          <a:p>
            <a:pPr algn="ctr"/>
            <a:endParaRPr lang="en-US" sz="3200" b="1" dirty="0">
              <a:latin typeface="Trebuchet MS" pitchFamily="34" charset="0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-10402388" y="-19596"/>
            <a:ext cx="10050462" cy="329184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72" tIns="365741" rIns="182872" bIns="182872" rtlCol="0" anchor="t" anchorCtr="0"/>
          <a:lstStyle/>
          <a:p>
            <a:pPr algn="ctr"/>
            <a:r>
              <a:rPr lang="en-US" sz="4400" b="1" dirty="0">
                <a:solidFill>
                  <a:schemeClr val="bg1"/>
                </a:solidFill>
                <a:latin typeface="Trebuchet MS" pitchFamily="34" charset="0"/>
              </a:rPr>
              <a:t>QUICK DESIGN</a:t>
            </a:r>
            <a:r>
              <a:rPr lang="en-US" sz="4400" b="1" baseline="0" dirty="0">
                <a:solidFill>
                  <a:schemeClr val="bg1"/>
                </a:solidFill>
                <a:latin typeface="Trebuchet MS" pitchFamily="34" charset="0"/>
              </a:rPr>
              <a:t> </a:t>
            </a:r>
            <a:r>
              <a:rPr lang="en-US" sz="4400" b="1" dirty="0">
                <a:solidFill>
                  <a:schemeClr val="bg1"/>
                </a:solidFill>
                <a:latin typeface="Trebuchet MS" pitchFamily="34" charset="0"/>
              </a:rPr>
              <a:t>GUIDE</a:t>
            </a:r>
          </a:p>
          <a:p>
            <a:pPr algn="ctr"/>
            <a:r>
              <a:rPr lang="en-US" sz="4000" b="1" dirty="0">
                <a:solidFill>
                  <a:srgbClr val="FFFF00"/>
                </a:solidFill>
                <a:latin typeface="Trebuchet MS" pitchFamily="34" charset="0"/>
              </a:rPr>
              <a:t>(--THIS SECTION DOES NOT PRINT--)</a:t>
            </a:r>
          </a:p>
          <a:p>
            <a:pPr algn="ctr"/>
            <a:endParaRPr lang="en-US" sz="3200" b="1" dirty="0">
              <a:latin typeface="Trebuchet MS" pitchFamily="34" charset="0"/>
            </a:endParaRPr>
          </a:p>
          <a:p>
            <a:pPr defTabSz="4389219"/>
            <a:r>
              <a:rPr lang="en-US" sz="3200" dirty="0">
                <a:latin typeface="Trebuchet MS" pitchFamily="34" charset="0"/>
              </a:rPr>
              <a:t>This PowerPoint</a:t>
            </a:r>
            <a:r>
              <a:rPr lang="en-US" sz="3200" baseline="0" dirty="0">
                <a:latin typeface="Trebuchet MS" pitchFamily="34" charset="0"/>
              </a:rPr>
              <a:t> </a:t>
            </a:r>
            <a:r>
              <a:rPr lang="en-US" sz="3200" dirty="0">
                <a:latin typeface="Trebuchet MS" pitchFamily="34" charset="0"/>
              </a:rPr>
              <a:t>2007 template produces</a:t>
            </a:r>
            <a:r>
              <a:rPr lang="en-US" sz="3200" baseline="0" dirty="0">
                <a:latin typeface="Trebuchet MS" pitchFamily="34" charset="0"/>
              </a:rPr>
              <a:t> </a:t>
            </a:r>
            <a:r>
              <a:rPr lang="en-US" sz="3200" dirty="0">
                <a:latin typeface="Trebuchet MS" pitchFamily="34" charset="0"/>
              </a:rPr>
              <a:t>a 36”x48” professional  poster. It</a:t>
            </a:r>
            <a:r>
              <a:rPr lang="en-US" sz="3200" baseline="0" dirty="0">
                <a:latin typeface="Trebuchet MS" pitchFamily="34" charset="0"/>
              </a:rPr>
              <a:t> </a:t>
            </a:r>
            <a:r>
              <a:rPr lang="en-US" sz="3200" dirty="0">
                <a:latin typeface="Trebuchet MS" pitchFamily="34" charset="0"/>
              </a:rPr>
              <a:t>will save you valuable time placing titles, subtitles,</a:t>
            </a:r>
            <a:r>
              <a:rPr lang="en-US" sz="3200" baseline="0" dirty="0">
                <a:latin typeface="Trebuchet MS" pitchFamily="34" charset="0"/>
              </a:rPr>
              <a:t> text, and graphics</a:t>
            </a:r>
            <a:r>
              <a:rPr lang="en-US" sz="3200" dirty="0">
                <a:latin typeface="Trebuchet MS" pitchFamily="34" charset="0"/>
              </a:rPr>
              <a:t>. </a:t>
            </a:r>
          </a:p>
          <a:p>
            <a:pPr defTabSz="4389219"/>
            <a:endParaRPr lang="en-US" sz="3200" dirty="0">
              <a:latin typeface="Trebuchet MS" pitchFamily="34" charset="0"/>
            </a:endParaRPr>
          </a:p>
          <a:p>
            <a:pPr defTabSz="4389219"/>
            <a:r>
              <a:rPr lang="en-US" sz="3200" dirty="0">
                <a:latin typeface="Trebuchet MS" pitchFamily="34" charset="0"/>
              </a:rPr>
              <a:t>Use it to create your presentation. Then send</a:t>
            </a:r>
            <a:r>
              <a:rPr lang="en-US" sz="3200" baseline="0" dirty="0">
                <a:latin typeface="Trebuchet MS" pitchFamily="34" charset="0"/>
              </a:rPr>
              <a:t> it </a:t>
            </a:r>
            <a:r>
              <a:rPr lang="en-US" sz="3200" dirty="0">
                <a:latin typeface="Trebuchet MS" pitchFamily="34" charset="0"/>
              </a:rPr>
              <a:t>to </a:t>
            </a:r>
            <a:r>
              <a:rPr lang="en-US" sz="3200" b="1" dirty="0">
                <a:latin typeface="Trebuchet MS" pitchFamily="34" charset="0"/>
              </a:rPr>
              <a:t>PosterPresentations.com</a:t>
            </a:r>
            <a:r>
              <a:rPr lang="en-US" sz="3200" dirty="0">
                <a:latin typeface="Trebuchet MS" pitchFamily="34" charset="0"/>
              </a:rPr>
              <a:t> for premium quality, same day affordable printing.</a:t>
            </a:r>
            <a:br>
              <a:rPr lang="en-US" sz="3200" dirty="0">
                <a:latin typeface="Trebuchet MS" pitchFamily="34" charset="0"/>
              </a:rPr>
            </a:br>
            <a:endParaRPr lang="en-US" sz="3200" dirty="0">
              <a:latin typeface="Trebuchet MS" pitchFamily="34" charset="0"/>
            </a:endParaRPr>
          </a:p>
          <a:p>
            <a:pPr defTabSz="4389219"/>
            <a:r>
              <a:rPr lang="en-US" sz="3200" dirty="0">
                <a:latin typeface="Trebuchet MS" pitchFamily="34" charset="0"/>
              </a:rPr>
              <a:t>We provide a series of </a:t>
            </a:r>
            <a:r>
              <a:rPr lang="en-US" sz="3200" b="1" dirty="0">
                <a:latin typeface="Trebuchet MS" pitchFamily="34" charset="0"/>
              </a:rPr>
              <a:t>online tutorials</a:t>
            </a:r>
            <a:r>
              <a:rPr lang="en-US" sz="3200" dirty="0">
                <a:latin typeface="Trebuchet MS" pitchFamily="34" charset="0"/>
              </a:rPr>
              <a:t> that will guide you through the poster design process and answer your poster production questions. </a:t>
            </a:r>
          </a:p>
          <a:p>
            <a:pPr defTabSz="4389219"/>
            <a:endParaRPr lang="en-US" sz="3200" dirty="0">
              <a:latin typeface="Trebuchet MS" pitchFamily="34" charset="0"/>
            </a:endParaRPr>
          </a:p>
          <a:p>
            <a:pPr defTabSz="4389219"/>
            <a:r>
              <a:rPr lang="en-US" sz="3200" dirty="0">
                <a:latin typeface="Trebuchet MS" pitchFamily="34" charset="0"/>
              </a:rPr>
              <a:t>View our online</a:t>
            </a:r>
            <a:r>
              <a:rPr lang="en-US" sz="3200" baseline="0" dirty="0">
                <a:latin typeface="Trebuchet MS" pitchFamily="34" charset="0"/>
              </a:rPr>
              <a:t> tutorials at:</a:t>
            </a:r>
            <a:br>
              <a:rPr lang="en-US" sz="3200" dirty="0">
                <a:latin typeface="Trebuchet MS" pitchFamily="34" charset="0"/>
              </a:rPr>
            </a:br>
            <a:r>
              <a:rPr lang="en-US" sz="3200" dirty="0">
                <a:solidFill>
                  <a:srgbClr val="FFFF00"/>
                </a:solidFill>
                <a:latin typeface="Trebuchet MS" pitchFamily="34" charset="0"/>
              </a:rPr>
              <a:t> http://bit.ly/Poster_creation_help </a:t>
            </a:r>
            <a:br>
              <a:rPr lang="en-US" sz="3200" dirty="0">
                <a:latin typeface="Trebuchet MS" pitchFamily="34" charset="0"/>
              </a:rPr>
            </a:br>
            <a:r>
              <a:rPr lang="en-US" sz="3200" dirty="0">
                <a:latin typeface="Trebuchet MS" pitchFamily="34" charset="0"/>
              </a:rPr>
              <a:t>(copy</a:t>
            </a:r>
            <a:r>
              <a:rPr lang="en-US" sz="3200" baseline="0" dirty="0">
                <a:latin typeface="Trebuchet MS" pitchFamily="34" charset="0"/>
              </a:rPr>
              <a:t> and paste the link into your web browser).</a:t>
            </a:r>
          </a:p>
          <a:p>
            <a:pPr defTabSz="4389219"/>
            <a:endParaRPr lang="en-US" sz="3200" dirty="0">
              <a:latin typeface="Trebuchet MS" pitchFamily="34" charset="0"/>
            </a:endParaRPr>
          </a:p>
          <a:p>
            <a:pPr defTabSz="4389219"/>
            <a:r>
              <a:rPr lang="en-US" sz="3200" dirty="0">
                <a:latin typeface="Trebuchet MS" pitchFamily="34" charset="0"/>
              </a:rPr>
              <a:t>For assistance and to order your printed poster</a:t>
            </a:r>
            <a:r>
              <a:rPr lang="en-US" sz="3200" dirty="0">
                <a:solidFill>
                  <a:schemeClr val="bg1"/>
                </a:solidFill>
                <a:latin typeface="Trebuchet MS" pitchFamily="34" charset="0"/>
              </a:rPr>
              <a:t> call </a:t>
            </a:r>
            <a:r>
              <a:rPr lang="en-US" sz="3200" b="1" dirty="0">
                <a:solidFill>
                  <a:srgbClr val="FFFF00"/>
                </a:solidFill>
                <a:latin typeface="Trebuchet MS" pitchFamily="34" charset="0"/>
              </a:rPr>
              <a:t>PosterPresentations.com</a:t>
            </a:r>
            <a:r>
              <a:rPr lang="en-US" sz="3200" dirty="0">
                <a:solidFill>
                  <a:srgbClr val="FFFF00"/>
                </a:solidFill>
                <a:latin typeface="Trebuchet MS" pitchFamily="34" charset="0"/>
              </a:rPr>
              <a:t> </a:t>
            </a:r>
            <a:r>
              <a:rPr lang="en-US" sz="3200" dirty="0">
                <a:latin typeface="Trebuchet MS" pitchFamily="34" charset="0"/>
              </a:rPr>
              <a:t>at </a:t>
            </a:r>
            <a:r>
              <a:rPr lang="en-US" sz="4000" b="1" dirty="0">
                <a:solidFill>
                  <a:srgbClr val="FFFF00"/>
                </a:solidFill>
                <a:latin typeface="Trebuchet MS" pitchFamily="34" charset="0"/>
              </a:rPr>
              <a:t>1.866.649.3004</a:t>
            </a:r>
          </a:p>
          <a:p>
            <a:pPr defTabSz="4389219"/>
            <a:endParaRPr lang="en-US" sz="4000" b="1" dirty="0">
              <a:solidFill>
                <a:srgbClr val="FFFF00"/>
              </a:solidFill>
              <a:latin typeface="Trebuchet MS" pitchFamily="34" charset="0"/>
            </a:endParaRPr>
          </a:p>
          <a:p>
            <a:pPr defTabSz="4389219"/>
            <a:endParaRPr lang="en-US" sz="4000" b="1" dirty="0">
              <a:solidFill>
                <a:srgbClr val="FFFF00"/>
              </a:solidFill>
              <a:latin typeface="Trebuchet MS" pitchFamily="34" charset="0"/>
            </a:endParaRPr>
          </a:p>
          <a:p>
            <a:pPr algn="ctr"/>
            <a:r>
              <a:rPr lang="en-US" sz="4400" b="1" dirty="0">
                <a:solidFill>
                  <a:schemeClr val="bg1"/>
                </a:solidFill>
                <a:latin typeface="Trebuchet MS" pitchFamily="34" charset="0"/>
              </a:rPr>
              <a:t>Object Placeholders</a:t>
            </a:r>
          </a:p>
          <a:p>
            <a:pPr algn="ctr"/>
            <a:endParaRPr lang="en-US" sz="4400" b="1" dirty="0">
              <a:solidFill>
                <a:schemeClr val="bg1"/>
              </a:solidFill>
              <a:latin typeface="Trebuchet MS" pitchFamily="34" charset="0"/>
            </a:endParaRPr>
          </a:p>
          <a:p>
            <a:pPr defTabSz="4389219"/>
            <a:r>
              <a:rPr lang="en-US" sz="3200" dirty="0">
                <a:latin typeface="Trebuchet MS" pitchFamily="34" charset="0"/>
              </a:rPr>
              <a:t>Use the placeholders provided below to add new elements to your poster:</a:t>
            </a:r>
            <a:r>
              <a:rPr lang="en-US" sz="3200" baseline="0" dirty="0">
                <a:latin typeface="Trebuchet MS" pitchFamily="34" charset="0"/>
              </a:rPr>
              <a:t> </a:t>
            </a:r>
            <a:r>
              <a:rPr lang="en-US" sz="3200" dirty="0">
                <a:latin typeface="Trebuchet MS" pitchFamily="34" charset="0"/>
              </a:rPr>
              <a:t>Drag a placeholder onto the</a:t>
            </a:r>
            <a:r>
              <a:rPr lang="en-US" sz="3200" baseline="0" dirty="0">
                <a:latin typeface="Trebuchet MS" pitchFamily="34" charset="0"/>
              </a:rPr>
              <a:t> poster area,</a:t>
            </a:r>
            <a:r>
              <a:rPr lang="en-US" sz="3200" dirty="0">
                <a:latin typeface="Trebuchet MS" pitchFamily="34" charset="0"/>
              </a:rPr>
              <a:t> size it, and click it to edit.</a:t>
            </a:r>
          </a:p>
          <a:p>
            <a:pPr defTabSz="4389219"/>
            <a:endParaRPr lang="en-US" sz="3200" dirty="0">
              <a:latin typeface="Trebuchet MS" pitchFamily="34" charset="0"/>
            </a:endParaRPr>
          </a:p>
          <a:p>
            <a:pPr defTabSz="4389219"/>
            <a:r>
              <a:rPr lang="en-US" sz="3200" b="1" dirty="0">
                <a:solidFill>
                  <a:srgbClr val="FFFF00"/>
                </a:solidFill>
                <a:latin typeface="Trebuchet MS" pitchFamily="34" charset="0"/>
              </a:rPr>
              <a:t>Section Header placeholder</a:t>
            </a:r>
          </a:p>
          <a:p>
            <a:pPr defTabSz="4389219"/>
            <a:r>
              <a:rPr lang="en-US" sz="3200" dirty="0">
                <a:latin typeface="Trebuchet MS" pitchFamily="34" charset="0"/>
              </a:rPr>
              <a:t>Move</a:t>
            </a:r>
            <a:r>
              <a:rPr lang="en-US" sz="3200" baseline="0" dirty="0">
                <a:latin typeface="Trebuchet MS" pitchFamily="34" charset="0"/>
              </a:rPr>
              <a:t> this preformatted section header placeholder to the poster area to add another section header. Use section headers to separate topics or concepts within your presentation. </a:t>
            </a:r>
          </a:p>
          <a:p>
            <a:pPr defTabSz="4389219"/>
            <a:endParaRPr lang="en-US" sz="3200" baseline="0" dirty="0">
              <a:latin typeface="Trebuchet MS" pitchFamily="34" charset="0"/>
            </a:endParaRPr>
          </a:p>
          <a:p>
            <a:pPr defTabSz="4389219"/>
            <a:endParaRPr lang="en-US" sz="3200" dirty="0">
              <a:latin typeface="Trebuchet MS" pitchFamily="34" charset="0"/>
            </a:endParaRPr>
          </a:p>
          <a:p>
            <a:pPr defTabSz="4389219"/>
            <a:endParaRPr lang="en-US" sz="3200" b="1" dirty="0">
              <a:solidFill>
                <a:srgbClr val="FFFF00"/>
              </a:solidFill>
              <a:latin typeface="Trebuchet MS" pitchFamily="34" charset="0"/>
            </a:endParaRPr>
          </a:p>
          <a:p>
            <a:pPr defTabSz="4389219"/>
            <a:r>
              <a:rPr lang="en-US" sz="3200" b="1" dirty="0">
                <a:solidFill>
                  <a:srgbClr val="FFFF00"/>
                </a:solidFill>
                <a:latin typeface="Trebuchet MS" pitchFamily="34" charset="0"/>
              </a:rPr>
              <a:t>Text placeholder</a:t>
            </a:r>
          </a:p>
          <a:p>
            <a:pPr defTabSz="4389219"/>
            <a:r>
              <a:rPr lang="en-US" sz="3200" baseline="0" dirty="0">
                <a:latin typeface="Trebuchet MS" pitchFamily="34" charset="0"/>
              </a:rPr>
              <a:t>Move this preformatted text placeholder to the poster to add a new body of text.</a:t>
            </a:r>
          </a:p>
          <a:p>
            <a:pPr defTabSz="4389219"/>
            <a:endParaRPr lang="en-US" sz="3200" baseline="0" dirty="0">
              <a:latin typeface="Trebuchet MS" pitchFamily="34" charset="0"/>
            </a:endParaRPr>
          </a:p>
          <a:p>
            <a:pPr defTabSz="4389219"/>
            <a:endParaRPr lang="en-US" sz="3200" baseline="0" dirty="0">
              <a:latin typeface="Trebuchet MS" pitchFamily="34" charset="0"/>
            </a:endParaRPr>
          </a:p>
          <a:p>
            <a:pPr defTabSz="4389219"/>
            <a:endParaRPr lang="en-US" sz="3200" baseline="0" dirty="0">
              <a:latin typeface="Trebuchet MS" pitchFamily="34" charset="0"/>
            </a:endParaRPr>
          </a:p>
          <a:p>
            <a:pPr defTabSz="4389219"/>
            <a:endParaRPr lang="en-US" sz="3200" b="1" baseline="0" dirty="0">
              <a:solidFill>
                <a:srgbClr val="FFFF00"/>
              </a:solidFill>
              <a:latin typeface="Trebuchet MS" pitchFamily="34" charset="0"/>
            </a:endParaRPr>
          </a:p>
          <a:p>
            <a:pPr defTabSz="4389219"/>
            <a:r>
              <a:rPr lang="en-US" sz="3200" b="1" baseline="0" dirty="0">
                <a:solidFill>
                  <a:srgbClr val="FFFF00"/>
                </a:solidFill>
                <a:latin typeface="Trebuchet MS" pitchFamily="34" charset="0"/>
              </a:rPr>
              <a:t>Picture placeholder</a:t>
            </a:r>
          </a:p>
          <a:p>
            <a:pPr defTabSz="4389219"/>
            <a:r>
              <a:rPr lang="en-US" sz="3200" baseline="0" dirty="0">
                <a:latin typeface="Trebuchet MS" pitchFamily="34" charset="0"/>
              </a:rPr>
              <a:t>Move this graphic placeholder onto your poster, size it first, and then click it to add a picture to the poster.</a:t>
            </a:r>
          </a:p>
          <a:p>
            <a:pPr defTabSz="4389219"/>
            <a:endParaRPr lang="en-US" sz="3200" baseline="0" dirty="0">
              <a:latin typeface="Trebuchet MS" pitchFamily="34" charset="0"/>
            </a:endParaRPr>
          </a:p>
          <a:p>
            <a:pPr defTabSz="4389219"/>
            <a:endParaRPr lang="en-US" sz="3200" baseline="0" dirty="0">
              <a:latin typeface="Trebuchet MS" pitchFamily="34" charset="0"/>
            </a:endParaRPr>
          </a:p>
          <a:p>
            <a:pPr defTabSz="4389219"/>
            <a:endParaRPr lang="en-US" sz="3200" baseline="0" dirty="0">
              <a:latin typeface="Trebuchet MS" pitchFamily="34" charset="0"/>
            </a:endParaRPr>
          </a:p>
          <a:p>
            <a:pPr algn="ctr"/>
            <a:endParaRPr lang="en-US" sz="4400" b="1" dirty="0">
              <a:solidFill>
                <a:schemeClr val="bg1"/>
              </a:solidFill>
              <a:latin typeface="Trebuchet MS" pitchFamily="34" charset="0"/>
            </a:endParaRPr>
          </a:p>
          <a:p>
            <a:pPr algn="ctr"/>
            <a:endParaRPr lang="en-US" sz="4400" b="1" dirty="0">
              <a:solidFill>
                <a:schemeClr val="bg1"/>
              </a:solidFill>
              <a:latin typeface="Trebuchet MS" pitchFamily="34" charset="0"/>
            </a:endParaRPr>
          </a:p>
          <a:p>
            <a:pPr algn="ctr"/>
            <a:endParaRPr lang="en-US" sz="4400" b="1" dirty="0">
              <a:solidFill>
                <a:schemeClr val="bg1"/>
              </a:solidFill>
              <a:latin typeface="Trebuchet MS" pitchFamily="34" charset="0"/>
            </a:endParaRPr>
          </a:p>
          <a:p>
            <a:pPr algn="ctr"/>
            <a:endParaRPr lang="en-US" sz="4400" b="1" dirty="0">
              <a:solidFill>
                <a:schemeClr val="bg1"/>
              </a:solidFill>
              <a:latin typeface="Trebuchet MS" pitchFamily="34" charset="0"/>
            </a:endParaRPr>
          </a:p>
          <a:p>
            <a:pPr defTabSz="4389219"/>
            <a:endParaRPr lang="en-US" sz="3200" dirty="0">
              <a:latin typeface="Trebuchet MS" pitchFamily="34" charset="0"/>
            </a:endParaRPr>
          </a:p>
          <a:p>
            <a:pPr algn="ctr"/>
            <a:endParaRPr lang="en-US" sz="3200" b="1" dirty="0">
              <a:solidFill>
                <a:schemeClr val="bg1"/>
              </a:solidFill>
              <a:latin typeface="Trebuchet MS" pitchFamily="34" charset="0"/>
            </a:endParaRPr>
          </a:p>
          <a:p>
            <a:pPr defTabSz="4389219"/>
            <a:endParaRPr lang="en-US" sz="3200" b="1" dirty="0">
              <a:solidFill>
                <a:srgbClr val="FFFF00"/>
              </a:solidFill>
              <a:latin typeface="Trebuchet MS" pitchFamily="34" charset="0"/>
            </a:endParaRPr>
          </a:p>
          <a:p>
            <a:pPr algn="ctr"/>
            <a:endParaRPr lang="en-US" sz="4400" b="1" dirty="0">
              <a:latin typeface="Trebuchet MS" pitchFamily="34" charset="0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-10370486" y="21297014"/>
            <a:ext cx="10018560" cy="7772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7" rIns="91436" bIns="45717" rtlCol="0" anchor="ctr"/>
          <a:lstStyle/>
          <a:p>
            <a:pPr algn="ctr"/>
            <a:endParaRPr lang="en-US" dirty="0"/>
          </a:p>
        </p:txBody>
      </p:sp>
      <p:pic>
        <p:nvPicPr>
          <p:cNvPr id="29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098247" y="15525143"/>
            <a:ext cx="4741366" cy="30581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7342926" y="13118821"/>
            <a:ext cx="590550" cy="4381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sp>
        <p:nvSpPr>
          <p:cNvPr id="31" name="TextBox 30"/>
          <p:cNvSpPr txBox="1"/>
          <p:nvPr/>
        </p:nvSpPr>
        <p:spPr>
          <a:xfrm>
            <a:off x="44487740" y="30588807"/>
            <a:ext cx="9160286" cy="2185208"/>
          </a:xfrm>
          <a:prstGeom prst="rect">
            <a:avLst/>
          </a:prstGeom>
          <a:noFill/>
        </p:spPr>
        <p:txBody>
          <a:bodyPr wrap="square" lIns="91436" tIns="45717" rIns="91436" bIns="45717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© 2011 PosterPresentations.com</a:t>
            </a:r>
            <a:br>
              <a:rPr lang="en-US" sz="3600" dirty="0">
                <a:solidFill>
                  <a:schemeClr val="bg1"/>
                </a:solidFill>
              </a:rPr>
            </a:br>
            <a:r>
              <a:rPr lang="en-US" sz="3600" dirty="0">
                <a:solidFill>
                  <a:schemeClr val="bg1"/>
                </a:solidFill>
              </a:rPr>
              <a:t>    </a:t>
            </a:r>
            <a:r>
              <a:rPr lang="en-US" sz="3200" dirty="0">
                <a:solidFill>
                  <a:schemeClr val="bg1"/>
                </a:solidFill>
              </a:rPr>
              <a:t>2117 Fourth Street ,</a:t>
            </a:r>
            <a:r>
              <a:rPr lang="en-US" sz="3200" baseline="0" dirty="0">
                <a:solidFill>
                  <a:schemeClr val="bg1"/>
                </a:solidFill>
              </a:rPr>
              <a:t> Unit C</a:t>
            </a:r>
            <a:br>
              <a:rPr lang="en-US" sz="3200" baseline="0" dirty="0">
                <a:solidFill>
                  <a:schemeClr val="bg1"/>
                </a:solidFill>
              </a:rPr>
            </a:br>
            <a:r>
              <a:rPr lang="en-US" sz="3200" baseline="0" dirty="0">
                <a:solidFill>
                  <a:schemeClr val="bg1"/>
                </a:solidFill>
              </a:rPr>
              <a:t>    Berkeley CA 94710</a:t>
            </a:r>
            <a:br>
              <a:rPr lang="en-US" sz="3200" baseline="0" dirty="0">
                <a:solidFill>
                  <a:schemeClr val="bg1"/>
                </a:solidFill>
              </a:rPr>
            </a:br>
            <a:r>
              <a:rPr lang="en-US" sz="3200" baseline="0" dirty="0">
                <a:solidFill>
                  <a:schemeClr val="bg1"/>
                </a:solidFill>
              </a:rPr>
              <a:t>    </a:t>
            </a:r>
            <a:r>
              <a:rPr lang="en-US" sz="3200" b="1" baseline="0" dirty="0">
                <a:solidFill>
                  <a:srgbClr val="FFFF00"/>
                </a:solidFill>
              </a:rPr>
              <a:t>posterpresenter@gmail.com</a:t>
            </a:r>
            <a:endParaRPr lang="en-US" sz="3600" b="1" dirty="0">
              <a:solidFill>
                <a:srgbClr val="FFFF00"/>
              </a:solidFill>
            </a:endParaRPr>
          </a:p>
        </p:txBody>
      </p:sp>
      <p:grpSp>
        <p:nvGrpSpPr>
          <p:cNvPr id="32" name="Group 31"/>
          <p:cNvGrpSpPr/>
          <p:nvPr/>
        </p:nvGrpSpPr>
        <p:grpSpPr>
          <a:xfrm>
            <a:off x="-10239857" y="31696514"/>
            <a:ext cx="9771398" cy="1090621"/>
            <a:chOff x="44242388" y="28054064"/>
            <a:chExt cx="9771398" cy="1090621"/>
          </a:xfrm>
        </p:grpSpPr>
        <p:sp>
          <p:nvSpPr>
            <p:cNvPr id="33" name="Rounded Rectangle 32"/>
            <p:cNvSpPr/>
            <p:nvPr userDrawn="1"/>
          </p:nvSpPr>
          <p:spPr>
            <a:xfrm>
              <a:off x="44242388" y="28054064"/>
              <a:ext cx="9771397" cy="1090621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4" name="Picture 7" descr="http://t2.gstatic.com/images?q=tbn:ANd9GcR4APHC6TT9w54M2zn_pvCiBxUNcspYPoVxirLRphBoJabfSvu7zw">
              <a:hlinkClick r:id="rId5"/>
            </p:cNvPr>
            <p:cNvPicPr>
              <a:picLocks noChangeAspect="1" noChangeArrowheads="1"/>
            </p:cNvPicPr>
            <p:nvPr userDrawn="1"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44341112" y="28126635"/>
              <a:ext cx="914400" cy="914400"/>
            </a:xfrm>
            <a:prstGeom prst="rect">
              <a:avLst/>
            </a:prstGeom>
            <a:noFill/>
          </p:spPr>
        </p:pic>
        <p:sp>
          <p:nvSpPr>
            <p:cNvPr id="35" name="TextBox 34"/>
            <p:cNvSpPr txBox="1"/>
            <p:nvPr userDrawn="1"/>
          </p:nvSpPr>
          <p:spPr>
            <a:xfrm>
              <a:off x="45342598" y="28154090"/>
              <a:ext cx="8671188" cy="8925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600" dirty="0">
                  <a:solidFill>
                    <a:schemeClr val="tx2"/>
                  </a:solidFill>
                  <a:latin typeface="Trebuchet MS" pitchFamily="34" charset="0"/>
                </a:rPr>
                <a:t>Student</a:t>
              </a:r>
              <a:r>
                <a:rPr lang="en-US" sz="2600" baseline="0" dirty="0">
                  <a:solidFill>
                    <a:schemeClr val="tx2"/>
                  </a:solidFill>
                  <a:latin typeface="Trebuchet MS" pitchFamily="34" charset="0"/>
                </a:rPr>
                <a:t> discounts are available on our </a:t>
              </a:r>
              <a:r>
                <a:rPr lang="en-US" sz="2600" baseline="0" dirty="0" err="1">
                  <a:solidFill>
                    <a:schemeClr val="tx2"/>
                  </a:solidFill>
                  <a:latin typeface="Trebuchet MS" pitchFamily="34" charset="0"/>
                </a:rPr>
                <a:t>Facebook</a:t>
              </a:r>
              <a:r>
                <a:rPr lang="en-US" sz="2600" baseline="0" dirty="0">
                  <a:solidFill>
                    <a:schemeClr val="tx2"/>
                  </a:solidFill>
                  <a:latin typeface="Trebuchet MS" pitchFamily="34" charset="0"/>
                </a:rPr>
                <a:t> page.</a:t>
              </a:r>
              <a:br>
                <a:rPr lang="en-US" sz="2600" baseline="0" dirty="0">
                  <a:solidFill>
                    <a:schemeClr val="tx2"/>
                  </a:solidFill>
                  <a:latin typeface="Trebuchet MS" pitchFamily="34" charset="0"/>
                </a:rPr>
              </a:br>
              <a:r>
                <a:rPr lang="en-US" sz="2600" baseline="0" dirty="0">
                  <a:solidFill>
                    <a:schemeClr val="tx2"/>
                  </a:solidFill>
                  <a:latin typeface="Trebuchet MS" pitchFamily="34" charset="0"/>
                </a:rPr>
                <a:t>Go to </a:t>
              </a:r>
              <a:r>
                <a:rPr lang="en-US" sz="2600" u="sng" baseline="0" dirty="0">
                  <a:solidFill>
                    <a:schemeClr val="tx2"/>
                  </a:solidFill>
                  <a:latin typeface="Trebuchet MS" pitchFamily="34" charset="0"/>
                </a:rPr>
                <a:t>PosterPresentations.com</a:t>
              </a:r>
              <a:r>
                <a:rPr lang="en-US" sz="2600" baseline="0" dirty="0">
                  <a:solidFill>
                    <a:schemeClr val="tx2"/>
                  </a:solidFill>
                  <a:latin typeface="Trebuchet MS" pitchFamily="34" charset="0"/>
                </a:rPr>
                <a:t> and click on the FB icon. </a:t>
              </a:r>
              <a:endParaRPr lang="en-US" sz="2600" dirty="0">
                <a:solidFill>
                  <a:schemeClr val="tx2"/>
                </a:solidFill>
                <a:latin typeface="Trebuchet MS" pitchFamily="34" charset="0"/>
              </a:endParaRPr>
            </a:p>
          </p:txBody>
        </p:sp>
      </p:grpSp>
      <p:cxnSp>
        <p:nvCxnSpPr>
          <p:cNvPr id="36" name="Straight Connector 35"/>
          <p:cNvCxnSpPr/>
          <p:nvPr/>
        </p:nvCxnSpPr>
        <p:spPr>
          <a:xfrm>
            <a:off x="44222126" y="30500133"/>
            <a:ext cx="10050462" cy="158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>
            <a:off x="-10370486" y="11582400"/>
            <a:ext cx="10018560" cy="1607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>
            <a:off x="44254028" y="4841856"/>
            <a:ext cx="10018560" cy="1607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</p:sldLayoutIdLst>
  <p:txStyles>
    <p:titleStyle>
      <a:lvl1pPr algn="ctr" defTabSz="4388900" rtl="0" eaLnBrk="1" latinLnBrk="0" hangingPunct="1">
        <a:spcBef>
          <a:spcPct val="0"/>
        </a:spcBef>
        <a:buNone/>
        <a:defRPr sz="8800" kern="1200">
          <a:solidFill>
            <a:schemeClr val="bg1"/>
          </a:solidFill>
          <a:latin typeface="Trebuchet MS" pitchFamily="34" charset="0"/>
          <a:ea typeface="+mj-ea"/>
          <a:cs typeface="+mj-cs"/>
        </a:defRPr>
      </a:lvl1pPr>
    </p:titleStyle>
    <p:bodyStyle>
      <a:lvl1pPr marL="1645838" indent="-1645838" algn="l" defTabSz="4388900" rtl="0" eaLnBrk="1" latinLnBrk="0" hangingPunct="1">
        <a:spcBef>
          <a:spcPct val="20000"/>
        </a:spcBef>
        <a:buFont typeface="Arial" pitchFamily="34" charset="0"/>
        <a:buChar char="•"/>
        <a:defRPr sz="15400" kern="1200">
          <a:solidFill>
            <a:schemeClr val="tx1"/>
          </a:solidFill>
          <a:latin typeface="+mn-lt"/>
          <a:ea typeface="+mn-ea"/>
          <a:cs typeface="+mn-cs"/>
        </a:defRPr>
      </a:lvl1pPr>
      <a:lvl2pPr marL="3565982" indent="-1371531" algn="l" defTabSz="4388900" rtl="0" eaLnBrk="1" latinLnBrk="0" hangingPunct="1">
        <a:spcBef>
          <a:spcPct val="20000"/>
        </a:spcBef>
        <a:buFont typeface="Arial" pitchFamily="34" charset="0"/>
        <a:buChar char="–"/>
        <a:defRPr sz="13500" kern="1200">
          <a:solidFill>
            <a:schemeClr val="tx1"/>
          </a:solidFill>
          <a:latin typeface="+mn-lt"/>
          <a:ea typeface="+mn-ea"/>
          <a:cs typeface="+mn-cs"/>
        </a:defRPr>
      </a:lvl2pPr>
      <a:lvl3pPr marL="5486126" indent="-1097226" algn="l" defTabSz="4388900" rtl="0" eaLnBrk="1" latinLnBrk="0" hangingPunct="1">
        <a:spcBef>
          <a:spcPct val="20000"/>
        </a:spcBef>
        <a:buFont typeface="Arial" pitchFamily="34" charset="0"/>
        <a:buChar char="•"/>
        <a:defRPr sz="11600" kern="1200">
          <a:solidFill>
            <a:schemeClr val="tx1"/>
          </a:solidFill>
          <a:latin typeface="+mn-lt"/>
          <a:ea typeface="+mn-ea"/>
          <a:cs typeface="+mn-cs"/>
        </a:defRPr>
      </a:lvl3pPr>
      <a:lvl4pPr marL="7680577" indent="-1097226" algn="l" defTabSz="4388900" rtl="0" eaLnBrk="1" latinLnBrk="0" hangingPunct="1">
        <a:spcBef>
          <a:spcPct val="20000"/>
        </a:spcBef>
        <a:buFont typeface="Arial" pitchFamily="34" charset="0"/>
        <a:buChar char="–"/>
        <a:defRPr sz="9600" kern="1200">
          <a:solidFill>
            <a:schemeClr val="tx1"/>
          </a:solidFill>
          <a:latin typeface="+mn-lt"/>
          <a:ea typeface="+mn-ea"/>
          <a:cs typeface="+mn-cs"/>
        </a:defRPr>
      </a:lvl4pPr>
      <a:lvl5pPr marL="9875026" indent="-1097226" algn="l" defTabSz="4388900" rtl="0" eaLnBrk="1" latinLnBrk="0" hangingPunct="1">
        <a:spcBef>
          <a:spcPct val="20000"/>
        </a:spcBef>
        <a:buFont typeface="Arial" pitchFamily="34" charset="0"/>
        <a:buChar char="»"/>
        <a:defRPr sz="9600" kern="1200">
          <a:solidFill>
            <a:schemeClr val="tx1"/>
          </a:solidFill>
          <a:latin typeface="+mn-lt"/>
          <a:ea typeface="+mn-ea"/>
          <a:cs typeface="+mn-cs"/>
        </a:defRPr>
      </a:lvl5pPr>
      <a:lvl6pPr marL="12069477" indent="-1097226" algn="l" defTabSz="4388900" rtl="0" eaLnBrk="1" latinLnBrk="0" hangingPunct="1">
        <a:spcBef>
          <a:spcPct val="20000"/>
        </a:spcBef>
        <a:buFont typeface="Arial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6pPr>
      <a:lvl7pPr marL="14263926" indent="-1097226" algn="l" defTabSz="4388900" rtl="0" eaLnBrk="1" latinLnBrk="0" hangingPunct="1">
        <a:spcBef>
          <a:spcPct val="20000"/>
        </a:spcBef>
        <a:buFont typeface="Arial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7pPr>
      <a:lvl8pPr marL="16458377" indent="-1097226" algn="l" defTabSz="4388900" rtl="0" eaLnBrk="1" latinLnBrk="0" hangingPunct="1">
        <a:spcBef>
          <a:spcPct val="20000"/>
        </a:spcBef>
        <a:buFont typeface="Arial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8pPr>
      <a:lvl9pPr marL="18652827" indent="-1097226" algn="l" defTabSz="4388900" rtl="0" eaLnBrk="1" latinLnBrk="0" hangingPunct="1">
        <a:spcBef>
          <a:spcPct val="20000"/>
        </a:spcBef>
        <a:buFont typeface="Arial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38890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1pPr>
      <a:lvl2pPr marL="2194451" algn="l" defTabSz="438890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2pPr>
      <a:lvl3pPr marL="4388900" algn="l" defTabSz="438890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3pPr>
      <a:lvl4pPr marL="6583351" algn="l" defTabSz="438890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4pPr>
      <a:lvl5pPr marL="8777801" algn="l" defTabSz="438890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252" algn="l" defTabSz="438890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6pPr>
      <a:lvl7pPr marL="13166703" algn="l" defTabSz="438890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7pPr>
      <a:lvl8pPr marL="15361152" algn="l" defTabSz="438890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8pPr>
      <a:lvl9pPr marL="17555603" algn="l" defTabSz="438890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diagramData" Target="../diagrams/data1.xml"/><Relationship Id="rId18" Type="http://schemas.openxmlformats.org/officeDocument/2006/relationships/chart" Target="../charts/chart1.xml"/><Relationship Id="rId3" Type="http://schemas.openxmlformats.org/officeDocument/2006/relationships/image" Target="../media/image4.png"/><Relationship Id="rId7" Type="http://schemas.openxmlformats.org/officeDocument/2006/relationships/image" Target="../media/image5.svg"/><Relationship Id="rId12" Type="http://schemas.openxmlformats.org/officeDocument/2006/relationships/image" Target="../media/image10.png"/><Relationship Id="rId1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6" Type="http://schemas.openxmlformats.org/officeDocument/2006/relationships/diagramColors" Target="../diagrams/colors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doi.org/10.1111/phn.13226" TargetMode="External"/><Relationship Id="rId11" Type="http://schemas.openxmlformats.org/officeDocument/2006/relationships/image" Target="../media/image9.png"/><Relationship Id="rId5" Type="http://schemas.openxmlformats.org/officeDocument/2006/relationships/hyperlink" Target="https://doi.org/10.3389/fgwh.2025.1497740" TargetMode="External"/><Relationship Id="rId15" Type="http://schemas.openxmlformats.org/officeDocument/2006/relationships/diagramQuickStyle" Target="../diagrams/quickStyle1.xml"/><Relationship Id="rId10" Type="http://schemas.openxmlformats.org/officeDocument/2006/relationships/image" Target="../media/image8.svg"/><Relationship Id="rId4" Type="http://schemas.openxmlformats.org/officeDocument/2006/relationships/hyperlink" Target="https://doi.org/10.18332/ejm/161784" TargetMode="External"/><Relationship Id="rId9" Type="http://schemas.openxmlformats.org/officeDocument/2006/relationships/image" Target="../media/image7.svg"/><Relationship Id="rId14" Type="http://schemas.openxmlformats.org/officeDocument/2006/relationships/diagramLayout" Target="../diagrams/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96268" y="964136"/>
            <a:ext cx="27579632" cy="1447800"/>
          </a:xfrm>
        </p:spPr>
        <p:txBody>
          <a:bodyPr/>
          <a:lstStyle/>
          <a:p>
            <a:r>
              <a:rPr lang="en-US" dirty="0"/>
              <a:t>Postpartum Mental Health &amp; Home-Based Care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904188" y="6004405"/>
            <a:ext cx="10056813" cy="4790595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Postpartum care in the U.S is fragmented, typically limited to a single in-office visit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This model creates gaps in early identification and management of perinatal mood and anxiety disorders (PMADs)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 postpartum period is a high-risk time for maternal mental health complications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Health People 2030 emphasizes increasing postpartum depression screening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Evidence suggests that continuous, relationship-centered care models improve maternal outcomes (</a:t>
            </a:r>
            <a:r>
              <a:rPr lang="en-US" sz="2400" dirty="0" err="1"/>
              <a:t>Oztoprak</a:t>
            </a:r>
            <a:r>
              <a:rPr lang="en-US" sz="2400" dirty="0"/>
              <a:t> et al., 2023; Nguyen &amp; </a:t>
            </a:r>
            <a:r>
              <a:rPr lang="en-US" sz="2400" dirty="0" err="1"/>
              <a:t>Pengpid</a:t>
            </a:r>
            <a:r>
              <a:rPr lang="en-US" sz="2400" dirty="0"/>
              <a:t>, 2025)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pic>
        <p:nvPicPr>
          <p:cNvPr id="74" name="Picture Placeholder 73" descr="A black and white logo with white text&#10;&#10;AI-generated content may be incorrect.">
            <a:extLst>
              <a:ext uri="{FF2B5EF4-FFF2-40B4-BE49-F238E27FC236}">
                <a16:creationId xmlns:a16="http://schemas.microsoft.com/office/drawing/2014/main" id="{1546DB09-9B35-1AF6-B236-1BB6211CC8BD}"/>
              </a:ext>
            </a:extLst>
          </p:cNvPr>
          <p:cNvPicPr>
            <a:picLocks noGrp="1" noChangeAspect="1"/>
          </p:cNvPicPr>
          <p:nvPr>
            <p:ph type="pic" sz="quarter" idx="18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654" r="-1221"/>
          <a:stretch/>
        </p:blipFill>
        <p:spPr>
          <a:xfrm>
            <a:off x="35775900" y="1276556"/>
            <a:ext cx="7273927" cy="2514600"/>
          </a:xfrm>
        </p:spPr>
      </p:pic>
      <p:sp>
        <p:nvSpPr>
          <p:cNvPr id="7" name="Text Placeholder 6"/>
          <p:cNvSpPr>
            <a:spLocks noGrp="1"/>
          </p:cNvSpPr>
          <p:nvPr>
            <p:ph type="body" sz="quarter" idx="20"/>
          </p:nvPr>
        </p:nvSpPr>
        <p:spPr>
          <a:xfrm>
            <a:off x="870915" y="21305959"/>
            <a:ext cx="10050462" cy="754045"/>
          </a:xfrm>
        </p:spPr>
        <p:txBody>
          <a:bodyPr/>
          <a:lstStyle/>
          <a:p>
            <a:r>
              <a:rPr lang="en-US" sz="3600" dirty="0"/>
              <a:t>RESEARCH METHOD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21"/>
          </p:nvPr>
        </p:nvSpPr>
        <p:spPr>
          <a:xfrm>
            <a:off x="11587165" y="5996468"/>
            <a:ext cx="10048874" cy="19305505"/>
          </a:xfrm>
        </p:spPr>
        <p:txBody>
          <a:bodyPr/>
          <a:lstStyle/>
          <a:p>
            <a:r>
              <a:rPr lang="en-US" sz="2400" b="1" dirty="0" err="1"/>
              <a:t>Oztoprak</a:t>
            </a:r>
            <a:r>
              <a:rPr lang="en-US" sz="2400" b="1" dirty="0"/>
              <a:t> et al. (2023) – Quantitative (RCT)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Randomized controlled trial examining a nurse-led postpartum navigation program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Sample: 64 primiparous women (intervention vs. control)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Interventions included education, home visits, and structured follow-up</a:t>
            </a:r>
          </a:p>
          <a:p>
            <a:r>
              <a:rPr lang="en-US" sz="2400" b="1" dirty="0"/>
              <a:t>Strengths: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Experimental design with randomization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Validated, reliable measurement tools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Multiple outcome measures across time points</a:t>
            </a:r>
          </a:p>
          <a:p>
            <a:r>
              <a:rPr lang="en-US" sz="2400" b="1" dirty="0"/>
              <a:t>Weaknesses: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Small sample size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Single setting limits generalizability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Limited to first-time mothers</a:t>
            </a:r>
          </a:p>
          <a:p>
            <a:r>
              <a:rPr lang="en-US" sz="2400" dirty="0"/>
              <a:t>___________________________________________________________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r>
              <a:rPr lang="en-US" sz="2400" b="1" dirty="0"/>
              <a:t>Nguyen &amp; </a:t>
            </a:r>
            <a:r>
              <a:rPr lang="en-US" sz="2400" b="1" dirty="0" err="1"/>
              <a:t>Pengpid</a:t>
            </a:r>
            <a:r>
              <a:rPr lang="en-US" sz="2400" b="1" dirty="0"/>
              <a:t> (2025) – Scoping Review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Scoping review of 49 studies examining preventative interventions for postpartum depression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Included global studies with diverse intervention types including psychoeducation, home visits, and therapy</a:t>
            </a:r>
          </a:p>
          <a:p>
            <a:r>
              <a:rPr lang="en-US" sz="2400" b="1" dirty="0"/>
              <a:t>Strengths: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Large, diverse body of evidence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Broad comparison of intervention approaches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Identifies patterns in effective strategies</a:t>
            </a:r>
          </a:p>
          <a:p>
            <a:r>
              <a:rPr lang="en-US" sz="2400" b="1" dirty="0"/>
              <a:t>Weaknesses: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Review-level evidence (not primary research)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High variability across studies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Limited reporting on reliability/validity</a:t>
            </a:r>
          </a:p>
          <a:p>
            <a:r>
              <a:rPr lang="en-US" sz="2400" dirty="0"/>
              <a:t>__________________________________________________________</a:t>
            </a:r>
          </a:p>
          <a:p>
            <a:endParaRPr lang="en-US" sz="2400" dirty="0"/>
          </a:p>
          <a:p>
            <a:r>
              <a:rPr lang="en-US" sz="2400" b="1" dirty="0"/>
              <a:t>Johansson &amp; Thies-Lagergren (2023) – Qualitative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Qualitative study exploring women’s experiences with home-based postpartum care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Sample: 24 mothers receiving midwifery-led home care</a:t>
            </a:r>
          </a:p>
          <a:p>
            <a:r>
              <a:rPr lang="en-US" sz="2400" b="1" dirty="0"/>
              <a:t>Strengths: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Rich patient perspectives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Clear analytic process and data saturation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Strong credibility through participant narratives</a:t>
            </a:r>
          </a:p>
          <a:p>
            <a:r>
              <a:rPr lang="en-US" sz="2400" b="1" dirty="0"/>
              <a:t>Weaknesses: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Homogeneous sample limits transferability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Focus on low-risk populations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Limited applicability to diverse groups</a:t>
            </a:r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endParaRPr lang="en-US" sz="2400" dirty="0"/>
          </a:p>
          <a:p>
            <a:endParaRPr lang="en-US" sz="2400" b="1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 sz="3600" dirty="0"/>
              <a:t>LITERATURE REVIEW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23"/>
          </p:nvPr>
        </p:nvSpPr>
        <p:spPr>
          <a:xfrm>
            <a:off x="22258339" y="6004405"/>
            <a:ext cx="10048874" cy="23729551"/>
          </a:xfrm>
        </p:spPr>
        <p:txBody>
          <a:bodyPr/>
          <a:lstStyle/>
          <a:p>
            <a:r>
              <a:rPr lang="en-US" sz="2400" b="1" dirty="0"/>
              <a:t>Key Findings</a:t>
            </a:r>
          </a:p>
          <a:p>
            <a:r>
              <a:rPr lang="en-US" sz="2400" dirty="0"/>
              <a:t>Nurse-led postpartum interventions improve: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Depression screening rates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Anxiety and depressive symptoms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Maternal self-care and quality of life (</a:t>
            </a:r>
            <a:r>
              <a:rPr lang="en-US" sz="2400" dirty="0" err="1"/>
              <a:t>Oztoprak</a:t>
            </a:r>
            <a:r>
              <a:rPr lang="en-US" sz="2400" dirty="0"/>
              <a:t> et al., 2023)</a:t>
            </a:r>
          </a:p>
          <a:p>
            <a:endParaRPr lang="en-US" sz="2400" dirty="0"/>
          </a:p>
          <a:p>
            <a:r>
              <a:rPr lang="en-US" sz="2400" dirty="0"/>
              <a:t>Home-based care enhances: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Access to care and early follow-up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Continuity and patient-provider relationships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Patient engagement and confidence (Johansson &amp; Thies-Lagergren, 2023)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r>
              <a:rPr lang="en-US" sz="2400" dirty="0"/>
              <a:t>Interventions are most effective when: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Structured, ongoing, and integrated into care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Combined with education and emotional support (Nguyen &amp; </a:t>
            </a:r>
            <a:r>
              <a:rPr lang="en-US" sz="2400" dirty="0" err="1"/>
              <a:t>Pengpid</a:t>
            </a:r>
            <a:r>
              <a:rPr lang="en-US" sz="2400" dirty="0"/>
              <a:t>, 2025)</a:t>
            </a:r>
          </a:p>
          <a:p>
            <a:endParaRPr lang="en-US" sz="2400" dirty="0"/>
          </a:p>
          <a:p>
            <a:endParaRPr lang="en-US" sz="2400" b="1" dirty="0"/>
          </a:p>
          <a:p>
            <a:endParaRPr lang="en-US" sz="2400" b="1" dirty="0"/>
          </a:p>
          <a:p>
            <a:r>
              <a:rPr lang="en-US" sz="2400" b="1" dirty="0"/>
              <a:t>Distribution of Preventive Interventions (Nguyen &amp; </a:t>
            </a:r>
            <a:r>
              <a:rPr lang="en-US" sz="2400" b="1" dirty="0" err="1"/>
              <a:t>Pengpid</a:t>
            </a:r>
            <a:r>
              <a:rPr lang="en-US" sz="2400" b="1" dirty="0"/>
              <a:t>, 2025)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endParaRPr lang="en-US" sz="2400" b="1" dirty="0"/>
          </a:p>
          <a:p>
            <a:endParaRPr lang="en-US" sz="2400" b="1" dirty="0"/>
          </a:p>
          <a:p>
            <a:endParaRPr lang="en-US" sz="2400" b="1" dirty="0"/>
          </a:p>
          <a:p>
            <a:endParaRPr lang="en-US" sz="2400" b="1" dirty="0"/>
          </a:p>
          <a:p>
            <a:endParaRPr lang="en-US" sz="2400" b="1" dirty="0"/>
          </a:p>
          <a:p>
            <a:endParaRPr lang="en-US" sz="2400" b="1" dirty="0"/>
          </a:p>
          <a:p>
            <a:endParaRPr lang="en-US" sz="2400" b="1" dirty="0"/>
          </a:p>
          <a:p>
            <a:endParaRPr lang="en-US" sz="2400" b="1" dirty="0"/>
          </a:p>
          <a:p>
            <a:endParaRPr lang="en-US" sz="2400" b="1" dirty="0"/>
          </a:p>
          <a:p>
            <a:endParaRPr lang="en-US" sz="2400" b="1" dirty="0"/>
          </a:p>
          <a:p>
            <a:endParaRPr lang="en-US" sz="2400" b="1" dirty="0"/>
          </a:p>
          <a:p>
            <a:endParaRPr lang="en-US" sz="2400" b="1" dirty="0"/>
          </a:p>
          <a:p>
            <a:endParaRPr lang="en-US" sz="2400" b="1" dirty="0"/>
          </a:p>
          <a:p>
            <a:r>
              <a:rPr lang="en-US" sz="2400" b="1" dirty="0"/>
              <a:t>Limitations of the Evidence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Small sample sizes and limited diversity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Short follow-up periods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Variability in intervention design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Limited generalizability to U.S. healthcare settings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Implementation challenges: </a:t>
            </a:r>
          </a:p>
          <a:p>
            <a:pPr marL="1828725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Resource and staffing demands</a:t>
            </a:r>
          </a:p>
          <a:p>
            <a:pPr marL="1828725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Scalability of home-based models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Inconsistent reimbursement structures affecting feasibility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en-US" sz="3600" dirty="0"/>
              <a:t>FINDINGS/LIMITATIONS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en-US" sz="3600" dirty="0"/>
              <a:t>CONCLUSIONS/APPLICATION TO PRACTICE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26"/>
          </p:nvPr>
        </p:nvSpPr>
        <p:spPr>
          <a:xfrm>
            <a:off x="32924750" y="6004405"/>
            <a:ext cx="10047018" cy="13037641"/>
          </a:xfrm>
        </p:spPr>
        <p:txBody>
          <a:bodyPr/>
          <a:lstStyle/>
          <a:p>
            <a:r>
              <a:rPr lang="en-US" sz="2400" b="1" dirty="0"/>
              <a:t>Conclusions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Evidence supports shifting from fragmented, single-visit care to continuous, nurse-led postpartum models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Holistic, home-based care addresses gaps in maternal mental health screening and support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Effective postpartum care requires both screening and sustained follow-up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r>
              <a:rPr lang="en-US" sz="2400" b="1" dirty="0"/>
              <a:t>Application to Practice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Implement nurse-led home visit programs following hospital discharge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Integrate early and ongoing mental health screening into postpartum care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Develop care coordination models to ensure continuity across settings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Incorporate holistic nursing approaches addressing emotional, social, and environmental needs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r>
              <a:rPr lang="en-US" sz="2400" b="1" dirty="0"/>
              <a:t>Implementation Considerations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Reimbursement and insurance coverage barriers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Workforce and staffing limitations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Need for alignment between policy, funding, and clinical practice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Training nurses in mental health screening and holistic care delivery</a:t>
            </a:r>
          </a:p>
          <a:p>
            <a:endParaRPr lang="en-US" sz="2400" dirty="0"/>
          </a:p>
          <a:p>
            <a:r>
              <a:rPr lang="en-US" sz="2400" b="1" dirty="0"/>
              <a:t>Value to Clinical Practice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Improved maternal mental health outcomes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Increased patient satisfaction and engagement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Potential reduction in long-term healthcare costs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Strengthened continuity and quality of care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27"/>
          </p:nvPr>
        </p:nvSpPr>
        <p:spPr>
          <a:xfrm>
            <a:off x="33002809" y="21352119"/>
            <a:ext cx="10047018" cy="754045"/>
          </a:xfrm>
        </p:spPr>
        <p:txBody>
          <a:bodyPr/>
          <a:lstStyle/>
          <a:p>
            <a:r>
              <a:rPr lang="en-US" sz="3600" dirty="0"/>
              <a:t>REFERENCES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28"/>
          </p:nvPr>
        </p:nvSpPr>
        <p:spPr>
          <a:xfrm>
            <a:off x="33002809" y="22459123"/>
            <a:ext cx="10052050" cy="6377117"/>
          </a:xfrm>
        </p:spPr>
        <p:txBody>
          <a:bodyPr/>
          <a:lstStyle/>
          <a:p>
            <a:pPr marL="457200" indent="-457200"/>
            <a:r>
              <a:rPr lang="en-US" sz="2400" dirty="0"/>
              <a:t>Johansson, M., &amp; Theis-Lagergren, L. (2023). Home-based postnatal midwifery care facilitated a smooth succession into motherhood: A Swedish interview study. </a:t>
            </a:r>
            <a:r>
              <a:rPr lang="en-US" sz="2400" i="1" dirty="0"/>
              <a:t>European Journal of Midwifery, 7, </a:t>
            </a:r>
            <a:r>
              <a:rPr lang="en-US" sz="2400" dirty="0"/>
              <a:t>8. </a:t>
            </a:r>
            <a:r>
              <a:rPr lang="en-US" sz="2400" dirty="0">
                <a:hlinkClick r:id="rId4"/>
              </a:rPr>
              <a:t>https://doi.org/10.18332/ejm/161784</a:t>
            </a:r>
            <a:endParaRPr lang="en-US" sz="2400" dirty="0"/>
          </a:p>
          <a:p>
            <a:pPr marL="457200" indent="-457200"/>
            <a:endParaRPr lang="en-US" sz="2400" dirty="0"/>
          </a:p>
          <a:p>
            <a:pPr marL="457200" indent="-457200"/>
            <a:r>
              <a:rPr lang="en-US" sz="2400" dirty="0"/>
              <a:t>Nguyen, N.T., &amp; </a:t>
            </a:r>
            <a:r>
              <a:rPr lang="en-US" sz="2400" dirty="0" err="1"/>
              <a:t>Pengpid</a:t>
            </a:r>
            <a:r>
              <a:rPr lang="en-US" sz="2400" dirty="0"/>
              <a:t>, S. (2025). Proactive approaches to preventing postpartum depression in non-depressive pregnant women: A comprehensive scoping review. </a:t>
            </a:r>
            <a:r>
              <a:rPr lang="en-US" sz="2400" i="1" dirty="0"/>
              <a:t>Frontiers in Global Women’s Health, 6, </a:t>
            </a:r>
            <a:r>
              <a:rPr lang="en-US" sz="2400" dirty="0"/>
              <a:t>1497740. </a:t>
            </a:r>
            <a:r>
              <a:rPr lang="en-US" sz="2400" dirty="0">
                <a:hlinkClick r:id="rId5"/>
              </a:rPr>
              <a:t>https://doi.org/10.3389/fgwh.2025.1497740</a:t>
            </a:r>
            <a:endParaRPr lang="en-US" sz="2400" dirty="0"/>
          </a:p>
          <a:p>
            <a:pPr marL="457200" indent="-457200"/>
            <a:endParaRPr lang="en-US" sz="2400" dirty="0"/>
          </a:p>
          <a:p>
            <a:pPr marL="457200" indent="-457200"/>
            <a:r>
              <a:rPr lang="en-US" sz="2400" dirty="0" err="1"/>
              <a:t>Oztoprak</a:t>
            </a:r>
            <a:r>
              <a:rPr lang="en-US" sz="2400" dirty="0"/>
              <a:t>, P.U., Koc, G., &amp; </a:t>
            </a:r>
            <a:r>
              <a:rPr lang="en-US" sz="2400" dirty="0" err="1"/>
              <a:t>Erkaya</a:t>
            </a:r>
            <a:r>
              <a:rPr lang="en-US" sz="2400" dirty="0"/>
              <a:t>, S. (2023). Evaluation of the effect of a nurse navigation program developed for postpartum mothers on maternal health: A randomized controlled study. </a:t>
            </a:r>
            <a:r>
              <a:rPr lang="en-US" sz="2400" i="1" dirty="0"/>
              <a:t>Public Health Nursing, 40</a:t>
            </a:r>
            <a:r>
              <a:rPr lang="en-US" sz="2400" dirty="0"/>
              <a:t>(5), 672-684. </a:t>
            </a:r>
            <a:r>
              <a:rPr lang="en-US" sz="2400" dirty="0">
                <a:hlinkClick r:id="rId6"/>
              </a:rPr>
              <a:t>https://doi.org/10.1111/phn.13226</a:t>
            </a:r>
            <a:endParaRPr lang="en-US" sz="2400" dirty="0"/>
          </a:p>
          <a:p>
            <a:endParaRPr lang="en-US" sz="2400" dirty="0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29"/>
          </p:nvPr>
        </p:nvSpPr>
        <p:spPr>
          <a:xfrm>
            <a:off x="33002809" y="29415094"/>
            <a:ext cx="10120045" cy="738656"/>
          </a:xfrm>
        </p:spPr>
        <p:txBody>
          <a:bodyPr/>
          <a:lstStyle/>
          <a:p>
            <a:r>
              <a:rPr lang="en-US" sz="3600" dirty="0"/>
              <a:t>CONTACT INFORMATION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30"/>
          </p:nvPr>
        </p:nvSpPr>
        <p:spPr>
          <a:xfrm>
            <a:off x="32905536" y="30323427"/>
            <a:ext cx="10052050" cy="1274173"/>
          </a:xfrm>
        </p:spPr>
        <p:txBody>
          <a:bodyPr/>
          <a:lstStyle/>
          <a:p>
            <a:r>
              <a:rPr lang="en-US" sz="2400" dirty="0"/>
              <a:t>Anna Drake</a:t>
            </a:r>
          </a:p>
          <a:p>
            <a:r>
              <a:rPr lang="en-US" sz="2400" dirty="0"/>
              <a:t>anna.drake1@maine.edu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9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96"/>
          </p:nvPr>
        </p:nvSpPr>
        <p:spPr>
          <a:xfrm>
            <a:off x="997324" y="22459123"/>
            <a:ext cx="10047019" cy="8439211"/>
          </a:xfrm>
        </p:spPr>
        <p:txBody>
          <a:bodyPr/>
          <a:lstStyle/>
          <a:p>
            <a:r>
              <a:rPr lang="en-US" sz="2400" b="1" dirty="0"/>
              <a:t>(P) Population</a:t>
            </a:r>
          </a:p>
          <a:p>
            <a:r>
              <a:rPr lang="en-US" sz="2400" dirty="0"/>
              <a:t>Postpartum women during the first year after childbirth</a:t>
            </a:r>
            <a:r>
              <a:rPr lang="en-US" sz="2400" b="1" dirty="0"/>
              <a:t> </a:t>
            </a:r>
          </a:p>
          <a:p>
            <a:endParaRPr lang="en-US" sz="2400" b="1" dirty="0"/>
          </a:p>
          <a:p>
            <a:pPr marL="514350" indent="-514350">
              <a:buAutoNum type="romanUcParenBoth"/>
            </a:pPr>
            <a:r>
              <a:rPr lang="en-US" sz="2400" b="1" dirty="0"/>
              <a:t>Intervention</a:t>
            </a:r>
          </a:p>
          <a:p>
            <a:r>
              <a:rPr lang="en-US" sz="2400" dirty="0"/>
              <a:t>Nurse-led, holistic, home-based postpartum care providing continuity from hospital to home with integrated bio-psycho-social-spiritual support</a:t>
            </a:r>
          </a:p>
          <a:p>
            <a:endParaRPr lang="en-US" sz="2400" b="1" dirty="0"/>
          </a:p>
          <a:p>
            <a:r>
              <a:rPr lang="en-US" sz="2400" b="1" dirty="0"/>
              <a:t>(C) Comparison</a:t>
            </a:r>
          </a:p>
          <a:p>
            <a:r>
              <a:rPr lang="en-US" sz="2400" dirty="0"/>
              <a:t>Standard U.S. postpartum care characterized by fragmented services and a single in-office visit without routine follow-up</a:t>
            </a:r>
          </a:p>
          <a:p>
            <a:endParaRPr lang="en-US" sz="2400" dirty="0"/>
          </a:p>
          <a:p>
            <a:r>
              <a:rPr lang="en-US" sz="2400" b="1" dirty="0"/>
              <a:t>(O) Outcome</a:t>
            </a:r>
          </a:p>
          <a:p>
            <a:r>
              <a:rPr lang="en-US" sz="2400" dirty="0"/>
              <a:t>Increased postpartum depression screening (Healthy People 2030) and reduced incidence and severity of PMADs</a:t>
            </a:r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b="1" dirty="0"/>
              <a:t>Method: </a:t>
            </a:r>
            <a:r>
              <a:rPr lang="en-US" sz="2400" dirty="0"/>
              <a:t>Literature review of peer-reviewed studies using CINAHL, PubMed, and Google Scholar</a:t>
            </a:r>
            <a:endParaRPr lang="en-US" sz="2400" b="1" dirty="0"/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10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2" name="Text Placeholder 21"/>
          <p:cNvSpPr>
            <a:spLocks noGrp="1"/>
          </p:cNvSpPr>
          <p:nvPr>
            <p:ph type="body" sz="quarter" idx="11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3" name="Text Placeholder 22"/>
          <p:cNvSpPr>
            <a:spLocks noGrp="1"/>
          </p:cNvSpPr>
          <p:nvPr>
            <p:ph type="body" sz="quarter" idx="118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4" name="Text Placeholder 23"/>
          <p:cNvSpPr>
            <a:spLocks noGrp="1"/>
          </p:cNvSpPr>
          <p:nvPr>
            <p:ph type="body" sz="quarter" idx="119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5" name="Text Placeholder 24"/>
          <p:cNvSpPr>
            <a:spLocks noGrp="1"/>
          </p:cNvSpPr>
          <p:nvPr>
            <p:ph type="body" sz="quarter" idx="12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6" name="Text Placeholder 25"/>
          <p:cNvSpPr>
            <a:spLocks noGrp="1"/>
          </p:cNvSpPr>
          <p:nvPr>
            <p:ph type="body" sz="quarter" idx="12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7" name="Text Placeholder 26"/>
          <p:cNvSpPr>
            <a:spLocks noGrp="1"/>
          </p:cNvSpPr>
          <p:nvPr>
            <p:ph type="body" sz="quarter" idx="12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8" name="Text Placeholder 27"/>
          <p:cNvSpPr>
            <a:spLocks noGrp="1"/>
          </p:cNvSpPr>
          <p:nvPr>
            <p:ph type="body" sz="quarter" idx="12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9" name="Text Placeholder 28"/>
          <p:cNvSpPr>
            <a:spLocks noGrp="1"/>
          </p:cNvSpPr>
          <p:nvPr>
            <p:ph type="body" sz="quarter" idx="12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0" name="Text Placeholder 29"/>
          <p:cNvSpPr>
            <a:spLocks noGrp="1"/>
          </p:cNvSpPr>
          <p:nvPr>
            <p:ph type="body" sz="quarter" idx="125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5" name="Picture Placeholder 64" descr="Warning with solid fill">
            <a:extLst>
              <a:ext uri="{FF2B5EF4-FFF2-40B4-BE49-F238E27FC236}">
                <a16:creationId xmlns:a16="http://schemas.microsoft.com/office/drawing/2014/main" id="{1EFC30A1-16CB-DA0F-3501-AE85DFDF3F06}"/>
              </a:ext>
            </a:extLst>
          </p:cNvPr>
          <p:cNvPicPr>
            <a:picLocks noGrp="1" noChangeAspect="1"/>
          </p:cNvPicPr>
          <p:nvPr>
            <p:ph type="pic" sz="quarter" idx="115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t="19410" b="19410"/>
          <a:stretch>
            <a:fillRect/>
          </a:stretch>
        </p:blipFill>
        <p:spPr/>
      </p:pic>
      <p:pic>
        <p:nvPicPr>
          <p:cNvPr id="67" name="Picture Placeholder 66" descr="Warning with solid fill">
            <a:extLst>
              <a:ext uri="{FF2B5EF4-FFF2-40B4-BE49-F238E27FC236}">
                <a16:creationId xmlns:a16="http://schemas.microsoft.com/office/drawing/2014/main" id="{6027AD22-9B82-B75D-ED77-66A3563FB354}"/>
              </a:ext>
            </a:extLst>
          </p:cNvPr>
          <p:cNvPicPr>
            <a:picLocks noGrp="1" noChangeAspect="1"/>
          </p:cNvPicPr>
          <p:nvPr>
            <p:ph type="pic" sz="quarter" idx="126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t="19410" b="19410"/>
          <a:stretch>
            <a:fillRect/>
          </a:stretch>
        </p:blipFill>
        <p:spPr/>
      </p:pic>
      <p:pic>
        <p:nvPicPr>
          <p:cNvPr id="69" name="Picture Placeholder 68" descr="Warning with solid fill">
            <a:extLst>
              <a:ext uri="{FF2B5EF4-FFF2-40B4-BE49-F238E27FC236}">
                <a16:creationId xmlns:a16="http://schemas.microsoft.com/office/drawing/2014/main" id="{54A918F7-7EB9-4DAF-C6B9-916A867FCA43}"/>
              </a:ext>
            </a:extLst>
          </p:cNvPr>
          <p:cNvPicPr>
            <a:picLocks noGrp="1" noChangeAspect="1"/>
          </p:cNvPicPr>
          <p:nvPr>
            <p:ph type="pic" sz="quarter" idx="127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t="19410" b="19410"/>
          <a:stretch>
            <a:fillRect/>
          </a:stretch>
        </p:blipFill>
        <p:spPr/>
      </p:pic>
      <p:pic>
        <p:nvPicPr>
          <p:cNvPr id="71" name="Picture Placeholder 70" descr="Warning with solid fill">
            <a:extLst>
              <a:ext uri="{FF2B5EF4-FFF2-40B4-BE49-F238E27FC236}">
                <a16:creationId xmlns:a16="http://schemas.microsoft.com/office/drawing/2014/main" id="{D3E03F3A-018E-057C-8C74-BE00F490C443}"/>
              </a:ext>
            </a:extLst>
          </p:cNvPr>
          <p:cNvPicPr>
            <a:picLocks noGrp="1" noChangeAspect="1"/>
          </p:cNvPicPr>
          <p:nvPr>
            <p:ph type="pic" sz="quarter" idx="128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t="19410" b="19410"/>
          <a:stretch>
            <a:fillRect/>
          </a:stretch>
        </p:blipFill>
        <p:spPr/>
      </p:pic>
      <p:pic>
        <p:nvPicPr>
          <p:cNvPr id="75" name="Picture Placeholder 74" descr="Heart with pulse with solid fill">
            <a:extLst>
              <a:ext uri="{FF2B5EF4-FFF2-40B4-BE49-F238E27FC236}">
                <a16:creationId xmlns:a16="http://schemas.microsoft.com/office/drawing/2014/main" id="{A014D07D-C850-D8BB-8EA6-63C2C9B6FF08}"/>
              </a:ext>
            </a:extLst>
          </p:cNvPr>
          <p:cNvPicPr>
            <a:picLocks noGrp="1" noChangeAspect="1"/>
          </p:cNvPicPr>
          <p:nvPr>
            <p:ph type="pic" sz="quarter" idx="129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t="19410" b="19410"/>
          <a:stretch>
            <a:fillRect/>
          </a:stretch>
        </p:blipFill>
        <p:spPr/>
      </p:pic>
      <p:pic>
        <p:nvPicPr>
          <p:cNvPr id="77" name="Picture Placeholder 76" descr="Heart with pulse with solid fill">
            <a:extLst>
              <a:ext uri="{FF2B5EF4-FFF2-40B4-BE49-F238E27FC236}">
                <a16:creationId xmlns:a16="http://schemas.microsoft.com/office/drawing/2014/main" id="{E3F253E1-A0AF-1736-B8C7-BB6F73A9A508}"/>
              </a:ext>
            </a:extLst>
          </p:cNvPr>
          <p:cNvPicPr>
            <a:picLocks noGrp="1" noChangeAspect="1"/>
          </p:cNvPicPr>
          <p:nvPr>
            <p:ph type="pic" sz="quarter" idx="130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t="19410" b="19410"/>
          <a:stretch>
            <a:fillRect/>
          </a:stretch>
        </p:blipFill>
        <p:spPr/>
      </p:pic>
      <p:pic>
        <p:nvPicPr>
          <p:cNvPr id="83" name="Picture Placeholder 82" descr="Medical with solid fill">
            <a:extLst>
              <a:ext uri="{FF2B5EF4-FFF2-40B4-BE49-F238E27FC236}">
                <a16:creationId xmlns:a16="http://schemas.microsoft.com/office/drawing/2014/main" id="{558F8D07-1252-2DC5-66A4-22C50622EAB4}"/>
              </a:ext>
            </a:extLst>
          </p:cNvPr>
          <p:cNvPicPr>
            <a:picLocks noGrp="1" noChangeAspect="1"/>
          </p:cNvPicPr>
          <p:nvPr>
            <p:ph type="pic" sz="quarter" idx="13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 t="19410" b="19410"/>
          <a:stretch>
            <a:fillRect/>
          </a:stretch>
        </p:blipFill>
        <p:spPr/>
      </p:pic>
      <p:pic>
        <p:nvPicPr>
          <p:cNvPr id="85" name="Picture Placeholder 84" descr="Medical with solid fill">
            <a:extLst>
              <a:ext uri="{FF2B5EF4-FFF2-40B4-BE49-F238E27FC236}">
                <a16:creationId xmlns:a16="http://schemas.microsoft.com/office/drawing/2014/main" id="{BAE665D0-2E7F-E97E-F18B-061F909D2F41}"/>
              </a:ext>
            </a:extLst>
          </p:cNvPr>
          <p:cNvPicPr>
            <a:picLocks noGrp="1" noChangeAspect="1"/>
          </p:cNvPicPr>
          <p:nvPr>
            <p:ph type="pic" sz="quarter" idx="132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 t="19410" b="19410"/>
          <a:stretch>
            <a:fillRect/>
          </a:stretch>
        </p:blipFill>
        <p:spPr/>
      </p:pic>
      <p:sp>
        <p:nvSpPr>
          <p:cNvPr id="39" name="Picture Placeholder 38"/>
          <p:cNvSpPr>
            <a:spLocks noGrp="1"/>
          </p:cNvSpPr>
          <p:nvPr>
            <p:ph type="pic" sz="quarter" idx="13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0" name="Picture Placeholder 39"/>
          <p:cNvSpPr>
            <a:spLocks noGrp="1"/>
          </p:cNvSpPr>
          <p:nvPr>
            <p:ph type="pic" sz="quarter" idx="13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2" name="Text Placeholder 41"/>
          <p:cNvSpPr>
            <a:spLocks noGrp="1"/>
          </p:cNvSpPr>
          <p:nvPr>
            <p:ph type="body" sz="quarter" idx="13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3" name="Text Placeholder 42"/>
          <p:cNvSpPr>
            <a:spLocks noGrp="1"/>
          </p:cNvSpPr>
          <p:nvPr>
            <p:ph type="body" sz="quarter" idx="13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4" name="Text Placeholder 43"/>
          <p:cNvSpPr>
            <a:spLocks noGrp="1"/>
          </p:cNvSpPr>
          <p:nvPr>
            <p:ph type="body" sz="quarter" idx="138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5" name="Text Placeholder 44"/>
          <p:cNvSpPr>
            <a:spLocks noGrp="1"/>
          </p:cNvSpPr>
          <p:nvPr>
            <p:ph type="body" sz="quarter" idx="139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6" name="Text Placeholder 45"/>
          <p:cNvSpPr>
            <a:spLocks noGrp="1"/>
          </p:cNvSpPr>
          <p:nvPr>
            <p:ph type="body" sz="quarter" idx="14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7" name="Text Placeholder 46"/>
          <p:cNvSpPr>
            <a:spLocks noGrp="1"/>
          </p:cNvSpPr>
          <p:nvPr>
            <p:ph type="body" sz="quarter" idx="14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8" name="Text Placeholder 47"/>
          <p:cNvSpPr>
            <a:spLocks noGrp="1"/>
          </p:cNvSpPr>
          <p:nvPr>
            <p:ph type="body" sz="quarter" idx="14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9" name="Text Placeholder 48"/>
          <p:cNvSpPr>
            <a:spLocks noGrp="1"/>
          </p:cNvSpPr>
          <p:nvPr>
            <p:ph type="body" sz="quarter" idx="14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0" name="Text Placeholder 49"/>
          <p:cNvSpPr>
            <a:spLocks noGrp="1"/>
          </p:cNvSpPr>
          <p:nvPr>
            <p:ph type="body" sz="quarter" idx="14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1" name="Text Placeholder 50"/>
          <p:cNvSpPr>
            <a:spLocks noGrp="1"/>
          </p:cNvSpPr>
          <p:nvPr>
            <p:ph type="body" sz="quarter" idx="14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2" name="Text Placeholder 51"/>
          <p:cNvSpPr>
            <a:spLocks noGrp="1"/>
          </p:cNvSpPr>
          <p:nvPr>
            <p:ph type="body" sz="quarter" idx="14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3" name="Text Placeholder 52"/>
          <p:cNvSpPr>
            <a:spLocks noGrp="1"/>
          </p:cNvSpPr>
          <p:nvPr>
            <p:ph type="body" sz="quarter" idx="14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4" name="Text Placeholder 53"/>
          <p:cNvSpPr>
            <a:spLocks noGrp="1"/>
          </p:cNvSpPr>
          <p:nvPr>
            <p:ph type="body" sz="quarter" idx="148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5" name="Text Placeholder 54"/>
          <p:cNvSpPr>
            <a:spLocks noGrp="1"/>
          </p:cNvSpPr>
          <p:nvPr>
            <p:ph type="body" sz="quarter" idx="149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6" name="Text Placeholder 55"/>
          <p:cNvSpPr>
            <a:spLocks noGrp="1"/>
          </p:cNvSpPr>
          <p:nvPr>
            <p:ph type="body" sz="quarter" idx="150"/>
          </p:nvPr>
        </p:nvSpPr>
        <p:spPr>
          <a:xfrm>
            <a:off x="5932593" y="3547315"/>
            <a:ext cx="31998968" cy="1280160"/>
          </a:xfrm>
        </p:spPr>
        <p:txBody>
          <a:bodyPr/>
          <a:lstStyle/>
          <a:p>
            <a:r>
              <a:rPr lang="en-US" sz="5600" dirty="0"/>
              <a:t>University of Maine at Augusta</a:t>
            </a:r>
          </a:p>
        </p:txBody>
      </p:sp>
      <p:sp>
        <p:nvSpPr>
          <p:cNvPr id="57" name="Text Placeholder 56"/>
          <p:cNvSpPr>
            <a:spLocks noGrp="1"/>
          </p:cNvSpPr>
          <p:nvPr>
            <p:ph type="body" sz="quarter" idx="151"/>
          </p:nvPr>
        </p:nvSpPr>
        <p:spPr>
          <a:xfrm>
            <a:off x="5896146" y="2727649"/>
            <a:ext cx="31998968" cy="873676"/>
          </a:xfrm>
        </p:spPr>
        <p:txBody>
          <a:bodyPr/>
          <a:lstStyle/>
          <a:p>
            <a:r>
              <a:rPr lang="en-US" sz="5600" dirty="0"/>
              <a:t>Anna Drake</a:t>
            </a:r>
          </a:p>
        </p:txBody>
      </p:sp>
      <p:sp>
        <p:nvSpPr>
          <p:cNvPr id="60" name="Picture Placeholder 59"/>
          <p:cNvSpPr>
            <a:spLocks noGrp="1"/>
          </p:cNvSpPr>
          <p:nvPr>
            <p:ph type="pic" sz="quarter" idx="13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8" name="Text Placeholder 57">
            <a:extLst>
              <a:ext uri="{FF2B5EF4-FFF2-40B4-BE49-F238E27FC236}">
                <a16:creationId xmlns:a16="http://schemas.microsoft.com/office/drawing/2014/main" id="{D601D4AF-B6A4-A948-81C5-5598CB6E6C2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sz="3600" dirty="0"/>
              <a:t>OVERVIEW</a:t>
            </a:r>
          </a:p>
        </p:txBody>
      </p:sp>
      <p:pic>
        <p:nvPicPr>
          <p:cNvPr id="80" name="Picture Placeholder 73" descr="A black and white logo with white text&#10;&#10;AI-generated content may be incorrect.">
            <a:extLst>
              <a:ext uri="{FF2B5EF4-FFF2-40B4-BE49-F238E27FC236}">
                <a16:creationId xmlns:a16="http://schemas.microsoft.com/office/drawing/2014/main" id="{C8FA694F-23AD-AB64-86AC-9A9224FE9D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654" r="-1221"/>
          <a:stretch/>
        </p:blipFill>
        <p:spPr>
          <a:xfrm>
            <a:off x="922341" y="1086725"/>
            <a:ext cx="7273927" cy="2514600"/>
          </a:xfrm>
          <a:prstGeom prst="rect">
            <a:avLst/>
          </a:prstGeom>
        </p:spPr>
      </p:pic>
      <p:graphicFrame>
        <p:nvGraphicFramePr>
          <p:cNvPr id="63" name="Table 62">
            <a:extLst>
              <a:ext uri="{FF2B5EF4-FFF2-40B4-BE49-F238E27FC236}">
                <a16:creationId xmlns:a16="http://schemas.microsoft.com/office/drawing/2014/main" id="{F6CC229F-D21A-2DED-A0AF-9D7943017F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6152786"/>
              </p:ext>
            </p:extLst>
          </p:nvPr>
        </p:nvGraphicFramePr>
        <p:xfrm>
          <a:off x="1298578" y="11194119"/>
          <a:ext cx="9296400" cy="91536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48200">
                  <a:extLst>
                    <a:ext uri="{9D8B030D-6E8A-4147-A177-3AD203B41FA5}">
                      <a16:colId xmlns:a16="http://schemas.microsoft.com/office/drawing/2014/main" val="3199189404"/>
                    </a:ext>
                  </a:extLst>
                </a:gridCol>
                <a:gridCol w="4648200">
                  <a:extLst>
                    <a:ext uri="{9D8B030D-6E8A-4147-A177-3AD203B41FA5}">
                      <a16:colId xmlns:a16="http://schemas.microsoft.com/office/drawing/2014/main" val="1710096310"/>
                    </a:ext>
                  </a:extLst>
                </a:gridCol>
              </a:tblGrid>
              <a:tr h="1600200">
                <a:tc>
                  <a:txBody>
                    <a:bodyPr/>
                    <a:lstStyle/>
                    <a:p>
                      <a:pPr algn="ctr"/>
                      <a:endParaRPr lang="en-US" sz="3600" dirty="0"/>
                    </a:p>
                    <a:p>
                      <a:pPr algn="ctr"/>
                      <a:r>
                        <a:rPr lang="en-US" sz="3600" dirty="0"/>
                        <a:t>Standard U.S. Care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3600" dirty="0"/>
                    </a:p>
                    <a:p>
                      <a:pPr algn="ctr"/>
                      <a:r>
                        <a:rPr lang="en-US" sz="3600" dirty="0"/>
                        <a:t>Nurse-Led Home Care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839859"/>
                  </a:ext>
                </a:extLst>
              </a:tr>
              <a:tr h="151069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1004985"/>
                  </a:ext>
                </a:extLst>
              </a:tr>
              <a:tr h="1510690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Single visit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Ongoing follow-up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34642349"/>
                  </a:ext>
                </a:extLst>
              </a:tr>
              <a:tr h="1510690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Fragmented Care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Continuous Care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057633"/>
                  </a:ext>
                </a:extLst>
              </a:tr>
              <a:tr h="1510690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Reactive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Proactive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4427184"/>
                  </a:ext>
                </a:extLst>
              </a:tr>
              <a:tr h="1510690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Limited Screening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Early Screening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9284978"/>
                  </a:ext>
                </a:extLst>
              </a:tr>
            </a:tbl>
          </a:graphicData>
        </a:graphic>
      </p:graphicFrame>
      <p:pic>
        <p:nvPicPr>
          <p:cNvPr id="72" name="Picture 71">
            <a:extLst>
              <a:ext uri="{FF2B5EF4-FFF2-40B4-BE49-F238E27FC236}">
                <a16:creationId xmlns:a16="http://schemas.microsoft.com/office/drawing/2014/main" id="{B8B2F490-9790-C350-CBAC-B79504E16DC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980267" y="12807076"/>
            <a:ext cx="1579037" cy="1393908"/>
          </a:xfrm>
          <a:prstGeom prst="rect">
            <a:avLst/>
          </a:prstGeom>
        </p:spPr>
      </p:pic>
      <p:pic>
        <p:nvPicPr>
          <p:cNvPr id="78" name="Picture 77">
            <a:extLst>
              <a:ext uri="{FF2B5EF4-FFF2-40B4-BE49-F238E27FC236}">
                <a16:creationId xmlns:a16="http://schemas.microsoft.com/office/drawing/2014/main" id="{67EAB232-CD7C-29A6-6724-827BD9B5C33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467551" y="12807076"/>
            <a:ext cx="1457434" cy="1457434"/>
          </a:xfrm>
          <a:prstGeom prst="rect">
            <a:avLst/>
          </a:prstGeom>
        </p:spPr>
      </p:pic>
      <p:graphicFrame>
        <p:nvGraphicFramePr>
          <p:cNvPr id="81" name="Diagram 80">
            <a:extLst>
              <a:ext uri="{FF2B5EF4-FFF2-40B4-BE49-F238E27FC236}">
                <a16:creationId xmlns:a16="http://schemas.microsoft.com/office/drawing/2014/main" id="{928ECFE2-985F-15E0-F7E4-A33274CD5BE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02915691"/>
              </p:ext>
            </p:extLst>
          </p:nvPr>
        </p:nvGraphicFramePr>
        <p:xfrm>
          <a:off x="12036530" y="24917400"/>
          <a:ext cx="9121669" cy="6680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3" r:lo="rId14" r:qs="rId15" r:cs="rId16"/>
          </a:graphicData>
        </a:graphic>
      </p:graphicFrame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1B40D8FB-8DB2-5567-3791-509D0B421A6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76564365"/>
              </p:ext>
            </p:extLst>
          </p:nvPr>
        </p:nvGraphicFramePr>
        <p:xfrm>
          <a:off x="22736179" y="14948452"/>
          <a:ext cx="9188308" cy="90644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8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PosterPresentations.com-36x48-Template-V2b">
  <a:themeElements>
    <a:clrScheme name="Metro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Classic 3 Columns">
  <a:themeElements>
    <a:clrScheme name="Metro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Classic - Wide Center">
  <a:themeElements>
    <a:clrScheme name="Metro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Right Highlight">
  <a:themeElements>
    <a:clrScheme name="Metro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PosterPresentations.com-36x48-Template-V2b.potx</Template>
  <TotalTime>503</TotalTime>
  <Words>885</Words>
  <Application>Microsoft Macintosh PowerPoint</Application>
  <PresentationFormat>Custom</PresentationFormat>
  <Paragraphs>172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Trebuchet MS</vt:lpstr>
      <vt:lpstr>PosterPresentations.com-36x48-Template-V2b</vt:lpstr>
      <vt:lpstr>1_Classic 3 Columns</vt:lpstr>
      <vt:lpstr>Classic - Wide Center</vt:lpstr>
      <vt:lpstr>Right Highlight</vt:lpstr>
      <vt:lpstr>Postpartum Mental Health &amp; Home-Based Care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PosterPresentations.com - 510.649.3001</dc:creator>
  <dc:description>This template is the property of PosterPresentations.com. Call us if you need help with this poster template._x000d_
1-866-649-3004           _x000d_
 (c)PosterPresentations.com</dc:description>
  <cp:lastModifiedBy>Anna Drake</cp:lastModifiedBy>
  <cp:revision>30</cp:revision>
  <dcterms:created xsi:type="dcterms:W3CDTF">2011-03-04T23:02:28Z</dcterms:created>
  <dcterms:modified xsi:type="dcterms:W3CDTF">2026-04-12T05:39:14Z</dcterms:modified>
</cp:coreProperties>
</file>